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9" r:id="rId3"/>
    <p:sldId id="270" r:id="rId4"/>
    <p:sldId id="257" r:id="rId5"/>
    <p:sldId id="258" r:id="rId6"/>
    <p:sldId id="260" r:id="rId7"/>
    <p:sldId id="261" r:id="rId8"/>
    <p:sldId id="262" r:id="rId9"/>
    <p:sldId id="263" r:id="rId10"/>
    <p:sldId id="271" r:id="rId11"/>
  </p:sldIdLst>
  <p:sldSz cx="12192000" cy="6858000"/>
  <p:notesSz cx="6858000" cy="9144000"/>
  <p:defaultTextStyle>
    <a:defPPr>
      <a:defRPr lang="ar-AE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BEE176-4B9D-4F07-B54C-827C9064B0CA}" v="50" dt="2024-12-17T22:36:36.706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النمط المتوسط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النمط المتوسط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SAEED" userId="88330f20612d89c2" providerId="LiveId" clId="{5C1456CC-F26B-43BD-986F-6F41F64E913C}"/>
    <pc:docChg chg="undo custSel addSld delSld modSld sldOrd modMainMaster">
      <pc:chgData name="ALI SAEED" userId="88330f20612d89c2" providerId="LiveId" clId="{5C1456CC-F26B-43BD-986F-6F41F64E913C}" dt="2024-11-22T13:33:12.996" v="76" actId="20577"/>
      <pc:docMkLst>
        <pc:docMk/>
      </pc:docMkLst>
      <pc:sldChg chg="addSp modSp new mod">
        <pc:chgData name="ALI SAEED" userId="88330f20612d89c2" providerId="LiveId" clId="{5C1456CC-F26B-43BD-986F-6F41F64E913C}" dt="2024-11-22T13:16:43.931" v="34" actId="1076"/>
        <pc:sldMkLst>
          <pc:docMk/>
          <pc:sldMk cId="2101083976" sldId="256"/>
        </pc:sldMkLst>
        <pc:spChg chg="add mod">
          <ac:chgData name="ALI SAEED" userId="88330f20612d89c2" providerId="LiveId" clId="{5C1456CC-F26B-43BD-986F-6F41F64E913C}" dt="2024-11-22T13:16:43.931" v="34" actId="1076"/>
          <ac:spMkLst>
            <pc:docMk/>
            <pc:sldMk cId="2101083976" sldId="256"/>
            <ac:spMk id="4" creationId="{5E68DACB-5FC1-53C9-F72F-3ACE99A8504F}"/>
          </ac:spMkLst>
        </pc:spChg>
        <pc:picChg chg="add mod">
          <ac:chgData name="ALI SAEED" userId="88330f20612d89c2" providerId="LiveId" clId="{5C1456CC-F26B-43BD-986F-6F41F64E913C}" dt="2024-11-22T13:15:00.752" v="13" actId="14100"/>
          <ac:picMkLst>
            <pc:docMk/>
            <pc:sldMk cId="2101083976" sldId="256"/>
            <ac:picMk id="3" creationId="{0F4BB947-433D-0E05-D5A7-E0971F5F6D13}"/>
          </ac:picMkLst>
        </pc:picChg>
      </pc:sldChg>
      <pc:sldChg chg="addSp new mod">
        <pc:chgData name="ALI SAEED" userId="88330f20612d89c2" providerId="LiveId" clId="{5C1456CC-F26B-43BD-986F-6F41F64E913C}" dt="2024-11-22T13:18:21.858" v="38" actId="22"/>
        <pc:sldMkLst>
          <pc:docMk/>
          <pc:sldMk cId="1960632501" sldId="257"/>
        </pc:sldMkLst>
        <pc:spChg chg="add">
          <ac:chgData name="ALI SAEED" userId="88330f20612d89c2" providerId="LiveId" clId="{5C1456CC-F26B-43BD-986F-6F41F64E913C}" dt="2024-11-22T13:18:21.858" v="38" actId="22"/>
          <ac:spMkLst>
            <pc:docMk/>
            <pc:sldMk cId="1960632501" sldId="257"/>
            <ac:spMk id="3" creationId="{3D99DDD8-9045-FDFC-BAC5-B8BBDD0BAD8F}"/>
          </ac:spMkLst>
        </pc:spChg>
      </pc:sldChg>
      <pc:sldChg chg="addSp new mod">
        <pc:chgData name="ALI SAEED" userId="88330f20612d89c2" providerId="LiveId" clId="{5C1456CC-F26B-43BD-986F-6F41F64E913C}" dt="2024-11-22T13:18:37.954" v="39" actId="22"/>
        <pc:sldMkLst>
          <pc:docMk/>
          <pc:sldMk cId="1025035267" sldId="258"/>
        </pc:sldMkLst>
        <pc:spChg chg="add">
          <ac:chgData name="ALI SAEED" userId="88330f20612d89c2" providerId="LiveId" clId="{5C1456CC-F26B-43BD-986F-6F41F64E913C}" dt="2024-11-22T13:18:37.954" v="39" actId="22"/>
          <ac:spMkLst>
            <pc:docMk/>
            <pc:sldMk cId="1025035267" sldId="258"/>
            <ac:spMk id="3" creationId="{D515A384-BC49-B78F-7DCC-ED7652528791}"/>
          </ac:spMkLst>
        </pc:spChg>
      </pc:sldChg>
      <pc:sldChg chg="addSp modSp new mod">
        <pc:chgData name="ALI SAEED" userId="88330f20612d89c2" providerId="LiveId" clId="{5C1456CC-F26B-43BD-986F-6F41F64E913C}" dt="2024-11-22T13:18:05.135" v="37" actId="1076"/>
        <pc:sldMkLst>
          <pc:docMk/>
          <pc:sldMk cId="2284624128" sldId="259"/>
        </pc:sldMkLst>
        <pc:spChg chg="add mod">
          <ac:chgData name="ALI SAEED" userId="88330f20612d89c2" providerId="LiveId" clId="{5C1456CC-F26B-43BD-986F-6F41F64E913C}" dt="2024-11-22T13:18:05.135" v="37" actId="1076"/>
          <ac:spMkLst>
            <pc:docMk/>
            <pc:sldMk cId="2284624128" sldId="259"/>
            <ac:spMk id="3" creationId="{E51B4F1E-8589-AB9B-BDDE-128548E8AB30}"/>
          </ac:spMkLst>
        </pc:spChg>
      </pc:sldChg>
      <pc:sldChg chg="new del">
        <pc:chgData name="ALI SAEED" userId="88330f20612d89c2" providerId="LiveId" clId="{5C1456CC-F26B-43BD-986F-6F41F64E913C}" dt="2024-11-22T13:15:15.284" v="21" actId="47"/>
        <pc:sldMkLst>
          <pc:docMk/>
          <pc:sldMk cId="1040502988" sldId="260"/>
        </pc:sldMkLst>
      </pc:sldChg>
      <pc:sldChg chg="addSp new mod">
        <pc:chgData name="ALI SAEED" userId="88330f20612d89c2" providerId="LiveId" clId="{5C1456CC-F26B-43BD-986F-6F41F64E913C}" dt="2024-11-22T13:18:58.776" v="49" actId="22"/>
        <pc:sldMkLst>
          <pc:docMk/>
          <pc:sldMk cId="3130788739" sldId="260"/>
        </pc:sldMkLst>
        <pc:spChg chg="add">
          <ac:chgData name="ALI SAEED" userId="88330f20612d89c2" providerId="LiveId" clId="{5C1456CC-F26B-43BD-986F-6F41F64E913C}" dt="2024-11-22T13:18:58.776" v="49" actId="22"/>
          <ac:spMkLst>
            <pc:docMk/>
            <pc:sldMk cId="3130788739" sldId="260"/>
            <ac:spMk id="3" creationId="{5FDC92AC-6451-A13B-89C5-40C54DEB3C18}"/>
          </ac:spMkLst>
        </pc:spChg>
      </pc:sldChg>
      <pc:sldChg chg="addSp new mod">
        <pc:chgData name="ALI SAEED" userId="88330f20612d89c2" providerId="LiveId" clId="{5C1456CC-F26B-43BD-986F-6F41F64E913C}" dt="2024-11-22T13:19:15.775" v="50" actId="22"/>
        <pc:sldMkLst>
          <pc:docMk/>
          <pc:sldMk cId="2024400677" sldId="261"/>
        </pc:sldMkLst>
        <pc:spChg chg="add">
          <ac:chgData name="ALI SAEED" userId="88330f20612d89c2" providerId="LiveId" clId="{5C1456CC-F26B-43BD-986F-6F41F64E913C}" dt="2024-11-22T13:19:15.775" v="50" actId="22"/>
          <ac:spMkLst>
            <pc:docMk/>
            <pc:sldMk cId="2024400677" sldId="261"/>
            <ac:spMk id="3" creationId="{CF321B9B-6021-7B61-44E7-56AA587BFC42}"/>
          </ac:spMkLst>
        </pc:spChg>
      </pc:sldChg>
      <pc:sldChg chg="new del">
        <pc:chgData name="ALI SAEED" userId="88330f20612d89c2" providerId="LiveId" clId="{5C1456CC-F26B-43BD-986F-6F41F64E913C}" dt="2024-11-22T13:15:15.011" v="20" actId="47"/>
        <pc:sldMkLst>
          <pc:docMk/>
          <pc:sldMk cId="3639060003" sldId="261"/>
        </pc:sldMkLst>
      </pc:sldChg>
      <pc:sldChg chg="addSp new mod">
        <pc:chgData name="ALI SAEED" userId="88330f20612d89c2" providerId="LiveId" clId="{5C1456CC-F26B-43BD-986F-6F41F64E913C}" dt="2024-11-22T13:19:30.998" v="51" actId="22"/>
        <pc:sldMkLst>
          <pc:docMk/>
          <pc:sldMk cId="789215043" sldId="262"/>
        </pc:sldMkLst>
        <pc:spChg chg="add">
          <ac:chgData name="ALI SAEED" userId="88330f20612d89c2" providerId="LiveId" clId="{5C1456CC-F26B-43BD-986F-6F41F64E913C}" dt="2024-11-22T13:19:30.998" v="51" actId="22"/>
          <ac:spMkLst>
            <pc:docMk/>
            <pc:sldMk cId="789215043" sldId="262"/>
            <ac:spMk id="3" creationId="{F5427BDE-6F48-6DB1-4BDD-087730FA6F76}"/>
          </ac:spMkLst>
        </pc:spChg>
      </pc:sldChg>
      <pc:sldChg chg="new del">
        <pc:chgData name="ALI SAEED" userId="88330f20612d89c2" providerId="LiveId" clId="{5C1456CC-F26B-43BD-986F-6F41F64E913C}" dt="2024-11-22T13:15:14.851" v="19" actId="47"/>
        <pc:sldMkLst>
          <pc:docMk/>
          <pc:sldMk cId="2489659987" sldId="262"/>
        </pc:sldMkLst>
      </pc:sldChg>
      <pc:sldChg chg="addSp new mod">
        <pc:chgData name="ALI SAEED" userId="88330f20612d89c2" providerId="LiveId" clId="{5C1456CC-F26B-43BD-986F-6F41F64E913C}" dt="2024-11-22T13:19:45.147" v="52" actId="22"/>
        <pc:sldMkLst>
          <pc:docMk/>
          <pc:sldMk cId="845054486" sldId="263"/>
        </pc:sldMkLst>
        <pc:spChg chg="add">
          <ac:chgData name="ALI SAEED" userId="88330f20612d89c2" providerId="LiveId" clId="{5C1456CC-F26B-43BD-986F-6F41F64E913C}" dt="2024-11-22T13:19:45.147" v="52" actId="22"/>
          <ac:spMkLst>
            <pc:docMk/>
            <pc:sldMk cId="845054486" sldId="263"/>
            <ac:spMk id="3" creationId="{DEEFB055-E269-8876-7B08-44ED33F121E5}"/>
          </ac:spMkLst>
        </pc:spChg>
      </pc:sldChg>
      <pc:sldChg chg="new del">
        <pc:chgData name="ALI SAEED" userId="88330f20612d89c2" providerId="LiveId" clId="{5C1456CC-F26B-43BD-986F-6F41F64E913C}" dt="2024-11-22T13:15:14.639" v="18" actId="47"/>
        <pc:sldMkLst>
          <pc:docMk/>
          <pc:sldMk cId="3355355852" sldId="263"/>
        </pc:sldMkLst>
      </pc:sldChg>
      <pc:sldChg chg="addSp new mod ord modNotesTx">
        <pc:chgData name="ALI SAEED" userId="88330f20612d89c2" providerId="LiveId" clId="{5C1456CC-F26B-43BD-986F-6F41F64E913C}" dt="2024-11-22T13:33:12.996" v="76" actId="20577"/>
        <pc:sldMkLst>
          <pc:docMk/>
          <pc:sldMk cId="1478541873" sldId="264"/>
        </pc:sldMkLst>
        <pc:spChg chg="add">
          <ac:chgData name="ALI SAEED" userId="88330f20612d89c2" providerId="LiveId" clId="{5C1456CC-F26B-43BD-986F-6F41F64E913C}" dt="2024-11-22T13:19:58.080" v="53" actId="22"/>
          <ac:spMkLst>
            <pc:docMk/>
            <pc:sldMk cId="1478541873" sldId="264"/>
            <ac:spMk id="3" creationId="{A17A2760-4B3F-66C4-263B-8BD0C567B9EE}"/>
          </ac:spMkLst>
        </pc:spChg>
      </pc:sldChg>
      <pc:sldChg chg="addSp new mod">
        <pc:chgData name="ALI SAEED" userId="88330f20612d89c2" providerId="LiveId" clId="{5C1456CC-F26B-43BD-986F-6F41F64E913C}" dt="2024-11-22T13:20:10.579" v="54" actId="22"/>
        <pc:sldMkLst>
          <pc:docMk/>
          <pc:sldMk cId="452806687" sldId="265"/>
        </pc:sldMkLst>
        <pc:spChg chg="add">
          <ac:chgData name="ALI SAEED" userId="88330f20612d89c2" providerId="LiveId" clId="{5C1456CC-F26B-43BD-986F-6F41F64E913C}" dt="2024-11-22T13:20:10.579" v="54" actId="22"/>
          <ac:spMkLst>
            <pc:docMk/>
            <pc:sldMk cId="452806687" sldId="265"/>
            <ac:spMk id="3" creationId="{348CD951-EC43-62BC-DB1B-E0DA87F81B22}"/>
          </ac:spMkLst>
        </pc:spChg>
      </pc:sldChg>
      <pc:sldChg chg="addSp new mod">
        <pc:chgData name="ALI SAEED" userId="88330f20612d89c2" providerId="LiveId" clId="{5C1456CC-F26B-43BD-986F-6F41F64E913C}" dt="2024-11-22T13:20:23.949" v="55" actId="22"/>
        <pc:sldMkLst>
          <pc:docMk/>
          <pc:sldMk cId="3452205912" sldId="266"/>
        </pc:sldMkLst>
        <pc:spChg chg="add">
          <ac:chgData name="ALI SAEED" userId="88330f20612d89c2" providerId="LiveId" clId="{5C1456CC-F26B-43BD-986F-6F41F64E913C}" dt="2024-11-22T13:20:23.949" v="55" actId="22"/>
          <ac:spMkLst>
            <pc:docMk/>
            <pc:sldMk cId="3452205912" sldId="266"/>
            <ac:spMk id="3" creationId="{AAB090AB-D045-6726-2003-2ADC1E148C79}"/>
          </ac:spMkLst>
        </pc:spChg>
      </pc:sldChg>
      <pc:sldChg chg="addSp delSp new mod">
        <pc:chgData name="ALI SAEED" userId="88330f20612d89c2" providerId="LiveId" clId="{5C1456CC-F26B-43BD-986F-6F41F64E913C}" dt="2024-11-22T13:21:50.894" v="58" actId="22"/>
        <pc:sldMkLst>
          <pc:docMk/>
          <pc:sldMk cId="2775210794" sldId="267"/>
        </pc:sldMkLst>
        <pc:spChg chg="add del">
          <ac:chgData name="ALI SAEED" userId="88330f20612d89c2" providerId="LiveId" clId="{5C1456CC-F26B-43BD-986F-6F41F64E913C}" dt="2024-11-22T13:21:45.168" v="57" actId="478"/>
          <ac:spMkLst>
            <pc:docMk/>
            <pc:sldMk cId="2775210794" sldId="267"/>
            <ac:spMk id="3" creationId="{6B198025-8080-FEA4-9AE0-3296C95BDDAA}"/>
          </ac:spMkLst>
        </pc:spChg>
        <pc:spChg chg="add">
          <ac:chgData name="ALI SAEED" userId="88330f20612d89c2" providerId="LiveId" clId="{5C1456CC-F26B-43BD-986F-6F41F64E913C}" dt="2024-11-22T13:21:50.894" v="58" actId="22"/>
          <ac:spMkLst>
            <pc:docMk/>
            <pc:sldMk cId="2775210794" sldId="267"/>
            <ac:spMk id="5" creationId="{1129514C-9431-A1F9-C78C-9AFB657B97E2}"/>
          </ac:spMkLst>
        </pc:spChg>
      </pc:sldChg>
      <pc:sldChg chg="addSp new mod">
        <pc:chgData name="ALI SAEED" userId="88330f20612d89c2" providerId="LiveId" clId="{5C1456CC-F26B-43BD-986F-6F41F64E913C}" dt="2024-11-22T13:22:02.848" v="59" actId="22"/>
        <pc:sldMkLst>
          <pc:docMk/>
          <pc:sldMk cId="3104235052" sldId="268"/>
        </pc:sldMkLst>
        <pc:spChg chg="add">
          <ac:chgData name="ALI SAEED" userId="88330f20612d89c2" providerId="LiveId" clId="{5C1456CC-F26B-43BD-986F-6F41F64E913C}" dt="2024-11-22T13:22:02.848" v="59" actId="22"/>
          <ac:spMkLst>
            <pc:docMk/>
            <pc:sldMk cId="3104235052" sldId="268"/>
            <ac:spMk id="3" creationId="{DAB51A4E-824F-270A-7318-EB519ABDDE49}"/>
          </ac:spMkLst>
        </pc:spChg>
      </pc:sldChg>
      <pc:sldChg chg="new">
        <pc:chgData name="ALI SAEED" userId="88330f20612d89c2" providerId="LiveId" clId="{5C1456CC-F26B-43BD-986F-6F41F64E913C}" dt="2024-11-22T13:18:44.877" v="48" actId="680"/>
        <pc:sldMkLst>
          <pc:docMk/>
          <pc:sldMk cId="4150581318" sldId="269"/>
        </pc:sldMkLst>
      </pc:sldChg>
      <pc:sldChg chg="addSp delSp modSp new mod">
        <pc:chgData name="ALI SAEED" userId="88330f20612d89c2" providerId="LiveId" clId="{5C1456CC-F26B-43BD-986F-6F41F64E913C}" dt="2024-11-22T13:27:03.813" v="73" actId="1076"/>
        <pc:sldMkLst>
          <pc:docMk/>
          <pc:sldMk cId="3375058766" sldId="270"/>
        </pc:sldMkLst>
        <pc:graphicFrameChg chg="add del mod">
          <ac:chgData name="ALI SAEED" userId="88330f20612d89c2" providerId="LiveId" clId="{5C1456CC-F26B-43BD-986F-6F41F64E913C}" dt="2024-11-22T13:24:50.790" v="63" actId="478"/>
          <ac:graphicFrameMkLst>
            <pc:docMk/>
            <pc:sldMk cId="3375058766" sldId="270"/>
            <ac:graphicFrameMk id="4" creationId="{9FC26E3A-297C-E659-B1D6-1C5A0C11E04F}"/>
          </ac:graphicFrameMkLst>
        </pc:graphicFrameChg>
        <pc:graphicFrameChg chg="add del">
          <ac:chgData name="ALI SAEED" userId="88330f20612d89c2" providerId="LiveId" clId="{5C1456CC-F26B-43BD-986F-6F41F64E913C}" dt="2024-11-22T13:25:46.730" v="65" actId="21"/>
          <ac:graphicFrameMkLst>
            <pc:docMk/>
            <pc:sldMk cId="3375058766" sldId="270"/>
            <ac:graphicFrameMk id="8" creationId="{C95130B1-967C-ECC2-158C-7A24A8145394}"/>
          </ac:graphicFrameMkLst>
        </pc:graphicFrameChg>
        <pc:graphicFrameChg chg="add del">
          <ac:chgData name="ALI SAEED" userId="88330f20612d89c2" providerId="LiveId" clId="{5C1456CC-F26B-43BD-986F-6F41F64E913C}" dt="2024-11-22T13:25:52.090" v="67" actId="21"/>
          <ac:graphicFrameMkLst>
            <pc:docMk/>
            <pc:sldMk cId="3375058766" sldId="270"/>
            <ac:graphicFrameMk id="9" creationId="{E2C92BE2-ED52-72CB-2048-D26E81106F0D}"/>
          </ac:graphicFrameMkLst>
        </pc:graphicFrameChg>
        <pc:graphicFrameChg chg="add mod">
          <ac:chgData name="ALI SAEED" userId="88330f20612d89c2" providerId="LiveId" clId="{5C1456CC-F26B-43BD-986F-6F41F64E913C}" dt="2024-11-22T13:27:03.813" v="73" actId="1076"/>
          <ac:graphicFrameMkLst>
            <pc:docMk/>
            <pc:sldMk cId="3375058766" sldId="270"/>
            <ac:graphicFrameMk id="12" creationId="{08FFB056-808F-0D9F-5A2C-71CBE887D939}"/>
          </ac:graphicFrameMkLst>
        </pc:graphicFrameChg>
      </pc:sldChg>
      <pc:sldMasterChg chg="addSp delSp modSp mod">
        <pc:chgData name="ALI SAEED" userId="88330f20612d89c2" providerId="LiveId" clId="{5C1456CC-F26B-43BD-986F-6F41F64E913C}" dt="2024-11-22T13:13:23.070" v="8" actId="1076"/>
        <pc:sldMasterMkLst>
          <pc:docMk/>
          <pc:sldMasterMk cId="3874220021" sldId="2147483648"/>
        </pc:sldMasterMkLst>
        <pc:spChg chg="del">
          <ac:chgData name="ALI SAEED" userId="88330f20612d89c2" providerId="LiveId" clId="{5C1456CC-F26B-43BD-986F-6F41F64E913C}" dt="2024-11-22T13:12:32.473" v="3" actId="478"/>
          <ac:spMkLst>
            <pc:docMk/>
            <pc:sldMasterMk cId="3874220021" sldId="2147483648"/>
            <ac:spMk id="4" creationId="{73A7E3A5-C288-3C4F-766E-A03765511A45}"/>
          </ac:spMkLst>
        </pc:spChg>
        <pc:spChg chg="del">
          <ac:chgData name="ALI SAEED" userId="88330f20612d89c2" providerId="LiveId" clId="{5C1456CC-F26B-43BD-986F-6F41F64E913C}" dt="2024-11-22T13:12:32.473" v="3" actId="478"/>
          <ac:spMkLst>
            <pc:docMk/>
            <pc:sldMasterMk cId="3874220021" sldId="2147483648"/>
            <ac:spMk id="5" creationId="{410B7CF3-6AF8-210A-0DE5-9E659F1CF3FB}"/>
          </ac:spMkLst>
        </pc:spChg>
        <pc:spChg chg="del">
          <ac:chgData name="ALI SAEED" userId="88330f20612d89c2" providerId="LiveId" clId="{5C1456CC-F26B-43BD-986F-6F41F64E913C}" dt="2024-11-22T13:12:32.473" v="3" actId="478"/>
          <ac:spMkLst>
            <pc:docMk/>
            <pc:sldMasterMk cId="3874220021" sldId="2147483648"/>
            <ac:spMk id="6" creationId="{4A372502-7E52-DCB0-24C2-D62F80DD9675}"/>
          </ac:spMkLst>
        </pc:spChg>
        <pc:picChg chg="add mod">
          <ac:chgData name="ALI SAEED" userId="88330f20612d89c2" providerId="LiveId" clId="{5C1456CC-F26B-43BD-986F-6F41F64E913C}" dt="2024-11-22T13:13:23.070" v="8" actId="1076"/>
          <ac:picMkLst>
            <pc:docMk/>
            <pc:sldMasterMk cId="3874220021" sldId="2147483648"/>
            <ac:picMk id="8" creationId="{D33E43C2-E1AB-3689-F91D-7027D470B032}"/>
          </ac:picMkLst>
        </pc:picChg>
      </pc:sldMasterChg>
    </pc:docChg>
  </pc:docChgLst>
  <pc:docChgLst>
    <pc:chgData name="ALI SAEED" userId="88330f20612d89c2" providerId="LiveId" clId="{4EBEE176-4B9D-4F07-B54C-827C9064B0CA}"/>
    <pc:docChg chg="undo custSel addSld delSld modSld">
      <pc:chgData name="ALI SAEED" userId="88330f20612d89c2" providerId="LiveId" clId="{4EBEE176-4B9D-4F07-B54C-827C9064B0CA}" dt="2024-12-17T22:37:44.352" v="188" actId="47"/>
      <pc:docMkLst>
        <pc:docMk/>
      </pc:docMkLst>
      <pc:sldChg chg="addSp delSp modSp mod">
        <pc:chgData name="ALI SAEED" userId="88330f20612d89c2" providerId="LiveId" clId="{4EBEE176-4B9D-4F07-B54C-827C9064B0CA}" dt="2024-12-17T22:25:33.107" v="71" actId="20577"/>
        <pc:sldMkLst>
          <pc:docMk/>
          <pc:sldMk cId="1960632501" sldId="257"/>
        </pc:sldMkLst>
        <pc:spChg chg="del">
          <ac:chgData name="ALI SAEED" userId="88330f20612d89c2" providerId="LiveId" clId="{4EBEE176-4B9D-4F07-B54C-827C9064B0CA}" dt="2024-12-17T22:20:27.128" v="3" actId="478"/>
          <ac:spMkLst>
            <pc:docMk/>
            <pc:sldMk cId="1960632501" sldId="257"/>
            <ac:spMk id="3" creationId="{3D99DDD8-9045-FDFC-BAC5-B8BBDD0BAD8F}"/>
          </ac:spMkLst>
        </pc:spChg>
        <pc:spChg chg="add mod">
          <ac:chgData name="ALI SAEED" userId="88330f20612d89c2" providerId="LiveId" clId="{4EBEE176-4B9D-4F07-B54C-827C9064B0CA}" dt="2024-12-17T22:25:33.107" v="71" actId="20577"/>
          <ac:spMkLst>
            <pc:docMk/>
            <pc:sldMk cId="1960632501" sldId="257"/>
            <ac:spMk id="4" creationId="{0F388AB2-DEAA-A1F7-6399-A02D3D4FBAC3}"/>
          </ac:spMkLst>
        </pc:spChg>
      </pc:sldChg>
      <pc:sldChg chg="addSp delSp modSp mod">
        <pc:chgData name="ALI SAEED" userId="88330f20612d89c2" providerId="LiveId" clId="{4EBEE176-4B9D-4F07-B54C-827C9064B0CA}" dt="2024-12-17T22:25:29.162" v="70" actId="20577"/>
        <pc:sldMkLst>
          <pc:docMk/>
          <pc:sldMk cId="1025035267" sldId="258"/>
        </pc:sldMkLst>
        <pc:spChg chg="del">
          <ac:chgData name="ALI SAEED" userId="88330f20612d89c2" providerId="LiveId" clId="{4EBEE176-4B9D-4F07-B54C-827C9064B0CA}" dt="2024-12-17T22:20:29.712" v="4" actId="478"/>
          <ac:spMkLst>
            <pc:docMk/>
            <pc:sldMk cId="1025035267" sldId="258"/>
            <ac:spMk id="3" creationId="{D515A384-BC49-B78F-7DCC-ED7652528791}"/>
          </ac:spMkLst>
        </pc:spChg>
        <pc:spChg chg="add mod">
          <ac:chgData name="ALI SAEED" userId="88330f20612d89c2" providerId="LiveId" clId="{4EBEE176-4B9D-4F07-B54C-827C9064B0CA}" dt="2024-12-17T22:25:29.162" v="70" actId="20577"/>
          <ac:spMkLst>
            <pc:docMk/>
            <pc:sldMk cId="1025035267" sldId="258"/>
            <ac:spMk id="4" creationId="{36D1B4BA-1376-2353-E2F7-05211C452A9E}"/>
          </ac:spMkLst>
        </pc:spChg>
      </pc:sldChg>
      <pc:sldChg chg="addSp delSp modSp mod">
        <pc:chgData name="ALI SAEED" userId="88330f20612d89c2" providerId="LiveId" clId="{4EBEE176-4B9D-4F07-B54C-827C9064B0CA}" dt="2024-12-17T22:22:41.779" v="38" actId="14100"/>
        <pc:sldMkLst>
          <pc:docMk/>
          <pc:sldMk cId="2284624128" sldId="259"/>
        </pc:sldMkLst>
        <pc:spChg chg="del mod">
          <ac:chgData name="ALI SAEED" userId="88330f20612d89c2" providerId="LiveId" clId="{4EBEE176-4B9D-4F07-B54C-827C9064B0CA}" dt="2024-12-17T22:20:21.058" v="1" actId="478"/>
          <ac:spMkLst>
            <pc:docMk/>
            <pc:sldMk cId="2284624128" sldId="259"/>
            <ac:spMk id="3" creationId="{E51B4F1E-8589-AB9B-BDDE-128548E8AB30}"/>
          </ac:spMkLst>
        </pc:spChg>
        <pc:spChg chg="add mod">
          <ac:chgData name="ALI SAEED" userId="88330f20612d89c2" providerId="LiveId" clId="{4EBEE176-4B9D-4F07-B54C-827C9064B0CA}" dt="2024-12-17T22:22:41.779" v="38" actId="14100"/>
          <ac:spMkLst>
            <pc:docMk/>
            <pc:sldMk cId="2284624128" sldId="259"/>
            <ac:spMk id="4" creationId="{E578561E-BEDA-A56E-CCDD-A44A84F4ED58}"/>
          </ac:spMkLst>
        </pc:spChg>
      </pc:sldChg>
      <pc:sldChg chg="addSp delSp modSp mod">
        <pc:chgData name="ALI SAEED" userId="88330f20612d89c2" providerId="LiveId" clId="{4EBEE176-4B9D-4F07-B54C-827C9064B0CA}" dt="2024-12-17T22:25:26.436" v="69" actId="20577"/>
        <pc:sldMkLst>
          <pc:docMk/>
          <pc:sldMk cId="3130788739" sldId="260"/>
        </pc:sldMkLst>
        <pc:spChg chg="del">
          <ac:chgData name="ALI SAEED" userId="88330f20612d89c2" providerId="LiveId" clId="{4EBEE176-4B9D-4F07-B54C-827C9064B0CA}" dt="2024-12-17T22:20:32.050" v="5" actId="478"/>
          <ac:spMkLst>
            <pc:docMk/>
            <pc:sldMk cId="3130788739" sldId="260"/>
            <ac:spMk id="3" creationId="{5FDC92AC-6451-A13B-89C5-40C54DEB3C18}"/>
          </ac:spMkLst>
        </pc:spChg>
        <pc:spChg chg="add mod">
          <ac:chgData name="ALI SAEED" userId="88330f20612d89c2" providerId="LiveId" clId="{4EBEE176-4B9D-4F07-B54C-827C9064B0CA}" dt="2024-12-17T22:25:26.436" v="69" actId="20577"/>
          <ac:spMkLst>
            <pc:docMk/>
            <pc:sldMk cId="3130788739" sldId="260"/>
            <ac:spMk id="4" creationId="{66A153D5-4594-673B-65D2-432AB70C586D}"/>
          </ac:spMkLst>
        </pc:spChg>
      </pc:sldChg>
      <pc:sldChg chg="addSp delSp modSp mod">
        <pc:chgData name="ALI SAEED" userId="88330f20612d89c2" providerId="LiveId" clId="{4EBEE176-4B9D-4F07-B54C-827C9064B0CA}" dt="2024-12-17T22:28:54.193" v="92" actId="1076"/>
        <pc:sldMkLst>
          <pc:docMk/>
          <pc:sldMk cId="2024400677" sldId="261"/>
        </pc:sldMkLst>
        <pc:spChg chg="del">
          <ac:chgData name="ALI SAEED" userId="88330f20612d89c2" providerId="LiveId" clId="{4EBEE176-4B9D-4F07-B54C-827C9064B0CA}" dt="2024-12-17T22:20:34.432" v="6" actId="478"/>
          <ac:spMkLst>
            <pc:docMk/>
            <pc:sldMk cId="2024400677" sldId="261"/>
            <ac:spMk id="3" creationId="{CF321B9B-6021-7B61-44E7-56AA587BFC42}"/>
          </ac:spMkLst>
        </pc:spChg>
        <pc:spChg chg="add mod">
          <ac:chgData name="ALI SAEED" userId="88330f20612d89c2" providerId="LiveId" clId="{4EBEE176-4B9D-4F07-B54C-827C9064B0CA}" dt="2024-12-17T22:26:13.024" v="73"/>
          <ac:spMkLst>
            <pc:docMk/>
            <pc:sldMk cId="2024400677" sldId="261"/>
            <ac:spMk id="4" creationId="{9633ABC5-5880-E2F9-1858-F84886680BBD}"/>
          </ac:spMkLst>
        </pc:spChg>
        <pc:spChg chg="add mod">
          <ac:chgData name="ALI SAEED" userId="88330f20612d89c2" providerId="LiveId" clId="{4EBEE176-4B9D-4F07-B54C-827C9064B0CA}" dt="2024-12-17T22:27:11.653" v="82" actId="1076"/>
          <ac:spMkLst>
            <pc:docMk/>
            <pc:sldMk cId="2024400677" sldId="261"/>
            <ac:spMk id="6" creationId="{6803EA47-2A6A-140D-B776-376B4A686D84}"/>
          </ac:spMkLst>
        </pc:spChg>
        <pc:spChg chg="add mod">
          <ac:chgData name="ALI SAEED" userId="88330f20612d89c2" providerId="LiveId" clId="{4EBEE176-4B9D-4F07-B54C-827C9064B0CA}" dt="2024-12-17T22:28:54.193" v="92" actId="1076"/>
          <ac:spMkLst>
            <pc:docMk/>
            <pc:sldMk cId="2024400677" sldId="261"/>
            <ac:spMk id="9" creationId="{2CA3F15E-3C4D-51A8-D4EF-5BC70D1555BE}"/>
          </ac:spMkLst>
        </pc:spChg>
        <pc:graphicFrameChg chg="add mod">
          <ac:chgData name="ALI SAEED" userId="88330f20612d89c2" providerId="LiveId" clId="{4EBEE176-4B9D-4F07-B54C-827C9064B0CA}" dt="2024-12-17T22:26:03.935" v="72"/>
          <ac:graphicFrameMkLst>
            <pc:docMk/>
            <pc:sldMk cId="2024400677" sldId="261"/>
            <ac:graphicFrameMk id="2" creationId="{9E5D2740-C07E-CE52-039E-E426EA60BD6B}"/>
          </ac:graphicFrameMkLst>
        </pc:graphicFrameChg>
        <pc:graphicFrameChg chg="add mod modGraphic">
          <ac:chgData name="ALI SAEED" userId="88330f20612d89c2" providerId="LiveId" clId="{4EBEE176-4B9D-4F07-B54C-827C9064B0CA}" dt="2024-12-17T22:27:42.303" v="84" actId="12385"/>
          <ac:graphicFrameMkLst>
            <pc:docMk/>
            <pc:sldMk cId="2024400677" sldId="261"/>
            <ac:graphicFrameMk id="7" creationId="{6F7A3709-E14F-4E28-A047-9525DD75B2CD}"/>
          </ac:graphicFrameMkLst>
        </pc:graphicFrameChg>
      </pc:sldChg>
      <pc:sldChg chg="addSp delSp modSp mod">
        <pc:chgData name="ALI SAEED" userId="88330f20612d89c2" providerId="LiveId" clId="{4EBEE176-4B9D-4F07-B54C-827C9064B0CA}" dt="2024-12-17T22:33:04.847" v="145" actId="12269"/>
        <pc:sldMkLst>
          <pc:docMk/>
          <pc:sldMk cId="789215043" sldId="262"/>
        </pc:sldMkLst>
        <pc:spChg chg="del">
          <ac:chgData name="ALI SAEED" userId="88330f20612d89c2" providerId="LiveId" clId="{4EBEE176-4B9D-4F07-B54C-827C9064B0CA}" dt="2024-12-17T22:20:37.160" v="7" actId="478"/>
          <ac:spMkLst>
            <pc:docMk/>
            <pc:sldMk cId="789215043" sldId="262"/>
            <ac:spMk id="3" creationId="{F5427BDE-6F48-6DB1-4BDD-087730FA6F76}"/>
          </ac:spMkLst>
        </pc:spChg>
        <pc:spChg chg="add mod">
          <ac:chgData name="ALI SAEED" userId="88330f20612d89c2" providerId="LiveId" clId="{4EBEE176-4B9D-4F07-B54C-827C9064B0CA}" dt="2024-12-17T22:31:56.293" v="124" actId="1076"/>
          <ac:spMkLst>
            <pc:docMk/>
            <pc:sldMk cId="789215043" sldId="262"/>
            <ac:spMk id="4" creationId="{023AB885-653F-4AFE-722C-81AD53F55DC2}"/>
          </ac:spMkLst>
        </pc:spChg>
        <pc:graphicFrameChg chg="add mod modGraphic">
          <ac:chgData name="ALI SAEED" userId="88330f20612d89c2" providerId="LiveId" clId="{4EBEE176-4B9D-4F07-B54C-827C9064B0CA}" dt="2024-12-17T22:33:04.847" v="145" actId="12269"/>
          <ac:graphicFrameMkLst>
            <pc:docMk/>
            <pc:sldMk cId="789215043" sldId="262"/>
            <ac:graphicFrameMk id="5" creationId="{9491D2A7-D6E3-EEA7-CD60-B7459616224C}"/>
          </ac:graphicFrameMkLst>
        </pc:graphicFrameChg>
      </pc:sldChg>
      <pc:sldChg chg="addSp delSp modSp mod">
        <pc:chgData name="ALI SAEED" userId="88330f20612d89c2" providerId="LiveId" clId="{4EBEE176-4B9D-4F07-B54C-827C9064B0CA}" dt="2024-12-17T22:36:36.705" v="175" actId="12269"/>
        <pc:sldMkLst>
          <pc:docMk/>
          <pc:sldMk cId="845054486" sldId="263"/>
        </pc:sldMkLst>
        <pc:spChg chg="del">
          <ac:chgData name="ALI SAEED" userId="88330f20612d89c2" providerId="LiveId" clId="{4EBEE176-4B9D-4F07-B54C-827C9064B0CA}" dt="2024-12-17T22:20:39.424" v="8" actId="478"/>
          <ac:spMkLst>
            <pc:docMk/>
            <pc:sldMk cId="845054486" sldId="263"/>
            <ac:spMk id="3" creationId="{DEEFB055-E269-8876-7B08-44ED33F121E5}"/>
          </ac:spMkLst>
        </pc:spChg>
        <pc:spChg chg="add del mod">
          <ac:chgData name="ALI SAEED" userId="88330f20612d89c2" providerId="LiveId" clId="{4EBEE176-4B9D-4F07-B54C-827C9064B0CA}" dt="2024-12-17T22:35:06.599" v="163" actId="478"/>
          <ac:spMkLst>
            <pc:docMk/>
            <pc:sldMk cId="845054486" sldId="263"/>
            <ac:spMk id="4" creationId="{E9415040-903A-327B-3D04-415D731DC1D2}"/>
          </ac:spMkLst>
        </pc:spChg>
        <pc:spChg chg="add del mod">
          <ac:chgData name="ALI SAEED" userId="88330f20612d89c2" providerId="LiveId" clId="{4EBEE176-4B9D-4F07-B54C-827C9064B0CA}" dt="2024-12-17T22:36:27.151" v="174" actId="478"/>
          <ac:spMkLst>
            <pc:docMk/>
            <pc:sldMk cId="845054486" sldId="263"/>
            <ac:spMk id="9" creationId="{60183BFC-B9C7-7442-4CA9-9FF52C28D867}"/>
          </ac:spMkLst>
        </pc:spChg>
        <pc:graphicFrameChg chg="add del mod modGraphic">
          <ac:chgData name="ALI SAEED" userId="88330f20612d89c2" providerId="LiveId" clId="{4EBEE176-4B9D-4F07-B54C-827C9064B0CA}" dt="2024-12-17T22:33:56.906" v="155" actId="1032"/>
          <ac:graphicFrameMkLst>
            <pc:docMk/>
            <pc:sldMk cId="845054486" sldId="263"/>
            <ac:graphicFrameMk id="5" creationId="{B4167962-4CC5-21D3-AF3B-F2E8AD53C179}"/>
          </ac:graphicFrameMkLst>
        </pc:graphicFrameChg>
        <pc:graphicFrameChg chg="add del mod modGraphic">
          <ac:chgData name="ALI SAEED" userId="88330f20612d89c2" providerId="LiveId" clId="{4EBEE176-4B9D-4F07-B54C-827C9064B0CA}" dt="2024-12-17T22:34:48.506" v="161" actId="1032"/>
          <ac:graphicFrameMkLst>
            <pc:docMk/>
            <pc:sldMk cId="845054486" sldId="263"/>
            <ac:graphicFrameMk id="6" creationId="{1E174D67-5354-EACE-88BD-BEE6E23E33C0}"/>
          </ac:graphicFrameMkLst>
        </pc:graphicFrameChg>
        <pc:graphicFrameChg chg="add mod modGraphic">
          <ac:chgData name="ALI SAEED" userId="88330f20612d89c2" providerId="LiveId" clId="{4EBEE176-4B9D-4F07-B54C-827C9064B0CA}" dt="2024-12-17T22:36:36.705" v="175" actId="12269"/>
          <ac:graphicFrameMkLst>
            <pc:docMk/>
            <pc:sldMk cId="845054486" sldId="263"/>
            <ac:graphicFrameMk id="7" creationId="{E9930283-5171-7DBA-580F-DE4C7B61D304}"/>
          </ac:graphicFrameMkLst>
        </pc:graphicFrameChg>
      </pc:sldChg>
      <pc:sldChg chg="del">
        <pc:chgData name="ALI SAEED" userId="88330f20612d89c2" providerId="LiveId" clId="{4EBEE176-4B9D-4F07-B54C-827C9064B0CA}" dt="2024-12-17T22:20:46.029" v="14" actId="47"/>
        <pc:sldMkLst>
          <pc:docMk/>
          <pc:sldMk cId="1478541873" sldId="264"/>
        </pc:sldMkLst>
      </pc:sldChg>
      <pc:sldChg chg="del">
        <pc:chgData name="ALI SAEED" userId="88330f20612d89c2" providerId="LiveId" clId="{4EBEE176-4B9D-4F07-B54C-827C9064B0CA}" dt="2024-12-17T22:20:45.152" v="13" actId="47"/>
        <pc:sldMkLst>
          <pc:docMk/>
          <pc:sldMk cId="452806687" sldId="265"/>
        </pc:sldMkLst>
      </pc:sldChg>
      <pc:sldChg chg="del">
        <pc:chgData name="ALI SAEED" userId="88330f20612d89c2" providerId="LiveId" clId="{4EBEE176-4B9D-4F07-B54C-827C9064B0CA}" dt="2024-12-17T22:20:44.727" v="12" actId="47"/>
        <pc:sldMkLst>
          <pc:docMk/>
          <pc:sldMk cId="3452205912" sldId="266"/>
        </pc:sldMkLst>
      </pc:sldChg>
      <pc:sldChg chg="del">
        <pc:chgData name="ALI SAEED" userId="88330f20612d89c2" providerId="LiveId" clId="{4EBEE176-4B9D-4F07-B54C-827C9064B0CA}" dt="2024-12-17T22:20:44.481" v="11" actId="47"/>
        <pc:sldMkLst>
          <pc:docMk/>
          <pc:sldMk cId="2775210794" sldId="267"/>
        </pc:sldMkLst>
      </pc:sldChg>
      <pc:sldChg chg="del">
        <pc:chgData name="ALI SAEED" userId="88330f20612d89c2" providerId="LiveId" clId="{4EBEE176-4B9D-4F07-B54C-827C9064B0CA}" dt="2024-12-17T22:20:43.793" v="9" actId="47"/>
        <pc:sldMkLst>
          <pc:docMk/>
          <pc:sldMk cId="3104235052" sldId="268"/>
        </pc:sldMkLst>
      </pc:sldChg>
      <pc:sldChg chg="del">
        <pc:chgData name="ALI SAEED" userId="88330f20612d89c2" providerId="LiveId" clId="{4EBEE176-4B9D-4F07-B54C-827C9064B0CA}" dt="2024-12-17T22:20:44.010" v="10" actId="47"/>
        <pc:sldMkLst>
          <pc:docMk/>
          <pc:sldMk cId="4150581318" sldId="269"/>
        </pc:sldMkLst>
      </pc:sldChg>
      <pc:sldChg chg="addSp delSp modSp mod">
        <pc:chgData name="ALI SAEED" userId="88330f20612d89c2" providerId="LiveId" clId="{4EBEE176-4B9D-4F07-B54C-827C9064B0CA}" dt="2024-12-17T22:23:32.898" v="46" actId="255"/>
        <pc:sldMkLst>
          <pc:docMk/>
          <pc:sldMk cId="3375058766" sldId="270"/>
        </pc:sldMkLst>
        <pc:spChg chg="add mod">
          <ac:chgData name="ALI SAEED" userId="88330f20612d89c2" providerId="LiveId" clId="{4EBEE176-4B9D-4F07-B54C-827C9064B0CA}" dt="2024-12-17T22:23:32.898" v="46" actId="255"/>
          <ac:spMkLst>
            <pc:docMk/>
            <pc:sldMk cId="3375058766" sldId="270"/>
            <ac:spMk id="3" creationId="{37A34E37-4577-791D-A9FB-E28E3F6E1B78}"/>
          </ac:spMkLst>
        </pc:spChg>
        <pc:graphicFrameChg chg="del">
          <ac:chgData name="ALI SAEED" userId="88330f20612d89c2" providerId="LiveId" clId="{4EBEE176-4B9D-4F07-B54C-827C9064B0CA}" dt="2024-12-17T22:20:24.396" v="2" actId="478"/>
          <ac:graphicFrameMkLst>
            <pc:docMk/>
            <pc:sldMk cId="3375058766" sldId="270"/>
            <ac:graphicFrameMk id="12" creationId="{08FFB056-808F-0D9F-5A2C-71CBE887D939}"/>
          </ac:graphicFrameMkLst>
        </pc:graphicFrameChg>
      </pc:sldChg>
      <pc:sldChg chg="addSp modSp new mod">
        <pc:chgData name="ALI SAEED" userId="88330f20612d89c2" providerId="LiveId" clId="{4EBEE176-4B9D-4F07-B54C-827C9064B0CA}" dt="2024-12-17T22:37:30.962" v="186" actId="1076"/>
        <pc:sldMkLst>
          <pc:docMk/>
          <pc:sldMk cId="2470937208" sldId="271"/>
        </pc:sldMkLst>
        <pc:spChg chg="add mod">
          <ac:chgData name="ALI SAEED" userId="88330f20612d89c2" providerId="LiveId" clId="{4EBEE176-4B9D-4F07-B54C-827C9064B0CA}" dt="2024-12-17T22:37:30.962" v="186" actId="1076"/>
          <ac:spMkLst>
            <pc:docMk/>
            <pc:sldMk cId="2470937208" sldId="271"/>
            <ac:spMk id="3" creationId="{E80738AA-A14B-30BC-B50A-05AADDB84937}"/>
          </ac:spMkLst>
        </pc:spChg>
      </pc:sldChg>
      <pc:sldChg chg="new del">
        <pc:chgData name="ALI SAEED" userId="88330f20612d89c2" providerId="LiveId" clId="{4EBEE176-4B9D-4F07-B54C-827C9064B0CA}" dt="2024-12-17T22:37:33.299" v="187" actId="47"/>
        <pc:sldMkLst>
          <pc:docMk/>
          <pc:sldMk cId="2503842733" sldId="272"/>
        </pc:sldMkLst>
      </pc:sldChg>
      <pc:sldChg chg="new del">
        <pc:chgData name="ALI SAEED" userId="88330f20612d89c2" providerId="LiveId" clId="{4EBEE176-4B9D-4F07-B54C-827C9064B0CA}" dt="2024-12-17T22:37:44.352" v="188" actId="47"/>
        <pc:sldMkLst>
          <pc:docMk/>
          <pc:sldMk cId="3690726437" sldId="27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4681B9-4D2D-4443-B26D-A89FF1B39E6A}" type="doc">
      <dgm:prSet loTypeId="urn:microsoft.com/office/officeart/2005/8/layout/h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pPr rtl="1"/>
          <a:endParaRPr lang="ar-AE"/>
        </a:p>
      </dgm:t>
    </dgm:pt>
    <dgm:pt modelId="{68A1F133-5FED-431B-8B01-42DEF0F3AA06}">
      <dgm:prSet phldrT="[نص]"/>
      <dgm:spPr/>
      <dgm:t>
        <a:bodyPr/>
        <a:lstStyle/>
        <a:p>
          <a:pPr rtl="1"/>
          <a:r>
            <a:rPr lang="en-US" b="1" dirty="0"/>
            <a:t>Prioritization Grid</a:t>
          </a:r>
          <a:r>
            <a:rPr lang="en-US" dirty="0"/>
            <a:t>:</a:t>
          </a:r>
          <a:endParaRPr lang="ar-AE" dirty="0"/>
        </a:p>
      </dgm:t>
    </dgm:pt>
    <dgm:pt modelId="{6F2F9351-BFF9-45E8-8685-BA1C260BAA0C}" type="parTrans" cxnId="{02E88BD3-0992-49A0-B076-C1EEF8E1C0EE}">
      <dgm:prSet/>
      <dgm:spPr/>
      <dgm:t>
        <a:bodyPr/>
        <a:lstStyle/>
        <a:p>
          <a:pPr rtl="1"/>
          <a:endParaRPr lang="ar-AE"/>
        </a:p>
      </dgm:t>
    </dgm:pt>
    <dgm:pt modelId="{6C936F20-A47F-470B-9FA1-A688ABFD9DAA}" type="sibTrans" cxnId="{02E88BD3-0992-49A0-B076-C1EEF8E1C0EE}">
      <dgm:prSet/>
      <dgm:spPr/>
      <dgm:t>
        <a:bodyPr/>
        <a:lstStyle/>
        <a:p>
          <a:pPr rtl="1"/>
          <a:endParaRPr lang="ar-AE"/>
        </a:p>
      </dgm:t>
    </dgm:pt>
    <dgm:pt modelId="{94CDB7A3-E693-49BF-B9D4-C93EBB133DC2}">
      <dgm:prSet phldrT="[نص]"/>
      <dgm:spPr/>
      <dgm:t>
        <a:bodyPr/>
        <a:lstStyle/>
        <a:p>
          <a:pPr rtl="0"/>
          <a:r>
            <a:rPr lang="en-US" i="1" dirty="0"/>
            <a:t>A visual grid based on impact vs. feasibility (each use case ranked).</a:t>
          </a:r>
          <a:endParaRPr lang="ar-AE" dirty="0"/>
        </a:p>
      </dgm:t>
    </dgm:pt>
    <dgm:pt modelId="{A0350E12-457C-4045-823E-37D60FA0B734}" type="parTrans" cxnId="{BBCFC801-4152-4649-B9A6-B9857E4CF907}">
      <dgm:prSet/>
      <dgm:spPr/>
      <dgm:t>
        <a:bodyPr/>
        <a:lstStyle/>
        <a:p>
          <a:pPr rtl="1"/>
          <a:endParaRPr lang="ar-AE"/>
        </a:p>
      </dgm:t>
    </dgm:pt>
    <dgm:pt modelId="{E1D74692-7C78-45C6-B136-18F0BB1BAE15}" type="sibTrans" cxnId="{BBCFC801-4152-4649-B9A6-B9857E4CF907}">
      <dgm:prSet/>
      <dgm:spPr/>
      <dgm:t>
        <a:bodyPr/>
        <a:lstStyle/>
        <a:p>
          <a:pPr rtl="1"/>
          <a:endParaRPr lang="ar-AE"/>
        </a:p>
      </dgm:t>
    </dgm:pt>
    <dgm:pt modelId="{9012E87E-09C2-4483-8315-A969B7E4F0D6}">
      <dgm:prSet phldrT="[نص]"/>
      <dgm:spPr/>
      <dgm:t>
        <a:bodyPr/>
        <a:lstStyle/>
        <a:p>
          <a:pPr rtl="1">
            <a:buFont typeface="Arial" panose="020B0604020202020204" pitchFamily="34" charset="0"/>
            <a:buChar char="•"/>
          </a:pPr>
          <a:r>
            <a:rPr lang="en-US" b="1" dirty="0"/>
            <a:t>Resource Requirements</a:t>
          </a:r>
          <a:r>
            <a:rPr lang="en-US" dirty="0"/>
            <a:t>:</a:t>
          </a:r>
          <a:endParaRPr lang="ar-AE" dirty="0"/>
        </a:p>
      </dgm:t>
    </dgm:pt>
    <dgm:pt modelId="{5C411E8C-1E30-4451-BD12-E973429385AD}" type="parTrans" cxnId="{763AC5BC-3C0C-445C-97AA-B5A4101F2303}">
      <dgm:prSet/>
      <dgm:spPr/>
      <dgm:t>
        <a:bodyPr/>
        <a:lstStyle/>
        <a:p>
          <a:pPr rtl="1"/>
          <a:endParaRPr lang="ar-AE"/>
        </a:p>
      </dgm:t>
    </dgm:pt>
    <dgm:pt modelId="{79036088-A350-4130-BC25-1EAE669B027F}" type="sibTrans" cxnId="{763AC5BC-3C0C-445C-97AA-B5A4101F2303}">
      <dgm:prSet/>
      <dgm:spPr/>
      <dgm:t>
        <a:bodyPr/>
        <a:lstStyle/>
        <a:p>
          <a:pPr rtl="1"/>
          <a:endParaRPr lang="ar-AE"/>
        </a:p>
      </dgm:t>
    </dgm:pt>
    <dgm:pt modelId="{996AC9CD-2255-4755-A444-4F1E45A94328}">
      <dgm:prSet phldrT="[نص]"/>
      <dgm:spPr/>
      <dgm:t>
        <a:bodyPr/>
        <a:lstStyle/>
        <a:p>
          <a:pPr algn="l" rtl="0">
            <a:buFont typeface="Arial" panose="020B0604020202020204" pitchFamily="34" charset="0"/>
            <a:buChar char="•"/>
          </a:pPr>
          <a:r>
            <a:rPr lang="en-US" dirty="0"/>
            <a:t>High-quality data storage and processing infrastructure.</a:t>
          </a:r>
          <a:endParaRPr lang="ar-AE" dirty="0"/>
        </a:p>
      </dgm:t>
    </dgm:pt>
    <dgm:pt modelId="{2A893C75-4D68-4502-83F7-383159FE3C62}" type="parTrans" cxnId="{8C5091E1-1DCA-4A91-B746-8848969B10A9}">
      <dgm:prSet/>
      <dgm:spPr/>
      <dgm:t>
        <a:bodyPr/>
        <a:lstStyle/>
        <a:p>
          <a:pPr rtl="1"/>
          <a:endParaRPr lang="ar-AE"/>
        </a:p>
      </dgm:t>
    </dgm:pt>
    <dgm:pt modelId="{B37776C9-340E-4FE6-8059-A06721DBA8C1}" type="sibTrans" cxnId="{8C5091E1-1DCA-4A91-B746-8848969B10A9}">
      <dgm:prSet/>
      <dgm:spPr/>
      <dgm:t>
        <a:bodyPr/>
        <a:lstStyle/>
        <a:p>
          <a:pPr rtl="1"/>
          <a:endParaRPr lang="ar-AE"/>
        </a:p>
      </dgm:t>
    </dgm:pt>
    <dgm:pt modelId="{74CEE91D-2307-4E8F-9C80-A76120793471}">
      <dgm:prSet phldrT="[نص]"/>
      <dgm:spPr/>
      <dgm:t>
        <a:bodyPr/>
        <a:lstStyle/>
        <a:p>
          <a:pPr algn="l" rtl="0">
            <a:buFont typeface="Arial" panose="020B0604020202020204" pitchFamily="34" charset="0"/>
            <a:buChar char="•"/>
          </a:pPr>
          <a:r>
            <a:rPr lang="en-US" dirty="0"/>
            <a:t>Skilled AI/ML engineers and data scientists for model development.</a:t>
          </a:r>
          <a:endParaRPr lang="ar-AE" dirty="0"/>
        </a:p>
      </dgm:t>
    </dgm:pt>
    <dgm:pt modelId="{E996A9A2-3F47-49C2-AD45-F5B76E827AE5}" type="parTrans" cxnId="{0F3B6336-FBB4-4B3F-A54B-C439FC0D4180}">
      <dgm:prSet/>
      <dgm:spPr/>
      <dgm:t>
        <a:bodyPr/>
        <a:lstStyle/>
        <a:p>
          <a:pPr rtl="1"/>
          <a:endParaRPr lang="ar-AE"/>
        </a:p>
      </dgm:t>
    </dgm:pt>
    <dgm:pt modelId="{1AC6BAE8-1E9D-4633-A54D-0F82E6617E41}" type="sibTrans" cxnId="{0F3B6336-FBB4-4B3F-A54B-C439FC0D4180}">
      <dgm:prSet/>
      <dgm:spPr/>
      <dgm:t>
        <a:bodyPr/>
        <a:lstStyle/>
        <a:p>
          <a:pPr rtl="1"/>
          <a:endParaRPr lang="ar-AE"/>
        </a:p>
      </dgm:t>
    </dgm:pt>
    <dgm:pt modelId="{570AC68C-DF9E-476D-86DF-41FAB5FBEA94}">
      <dgm:prSet/>
      <dgm:spPr/>
      <dgm:t>
        <a:bodyPr/>
        <a:lstStyle/>
        <a:p>
          <a:pPr rtl="1"/>
          <a:r>
            <a:rPr lang="en-US" b="1"/>
            <a:t>Challenges</a:t>
          </a:r>
          <a:r>
            <a:rPr lang="en-US"/>
            <a:t>:</a:t>
          </a:r>
          <a:endParaRPr lang="en-US" dirty="0"/>
        </a:p>
      </dgm:t>
    </dgm:pt>
    <dgm:pt modelId="{FC165AD1-BFCA-42CA-ACF2-ABA6C42BB8A7}" type="parTrans" cxnId="{91F4526D-43A9-40E3-AF95-496FA5A8AA7A}">
      <dgm:prSet/>
      <dgm:spPr/>
      <dgm:t>
        <a:bodyPr/>
        <a:lstStyle/>
        <a:p>
          <a:pPr rtl="1"/>
          <a:endParaRPr lang="ar-AE"/>
        </a:p>
      </dgm:t>
    </dgm:pt>
    <dgm:pt modelId="{B2F49311-24D3-4A3B-B2AF-86B1451C5C92}" type="sibTrans" cxnId="{91F4526D-43A9-40E3-AF95-496FA5A8AA7A}">
      <dgm:prSet/>
      <dgm:spPr/>
      <dgm:t>
        <a:bodyPr/>
        <a:lstStyle/>
        <a:p>
          <a:pPr rtl="1"/>
          <a:endParaRPr lang="ar-AE"/>
        </a:p>
      </dgm:t>
    </dgm:pt>
    <dgm:pt modelId="{61ED5F75-C700-4855-ADD9-9C3A7E47FDD9}">
      <dgm:prSet/>
      <dgm:spPr/>
      <dgm:t>
        <a:bodyPr/>
        <a:lstStyle/>
        <a:p>
          <a:pPr algn="l" rtl="0">
            <a:buFont typeface="Arial" panose="020B0604020202020204" pitchFamily="34" charset="0"/>
            <a:buChar char="•"/>
          </a:pPr>
          <a:r>
            <a:rPr lang="en-US" dirty="0"/>
            <a:t>Data collection and cleaning is time-consuming and resource-intensive.</a:t>
          </a:r>
          <a:endParaRPr lang="ar-AE" dirty="0"/>
        </a:p>
      </dgm:t>
    </dgm:pt>
    <dgm:pt modelId="{9552E871-2AC5-46B8-B0C9-1A1D204E8668}" type="parTrans" cxnId="{4F838539-EBA0-4988-B242-FECAC644D1A0}">
      <dgm:prSet/>
      <dgm:spPr/>
      <dgm:t>
        <a:bodyPr/>
        <a:lstStyle/>
        <a:p>
          <a:pPr rtl="1"/>
          <a:endParaRPr lang="ar-AE"/>
        </a:p>
      </dgm:t>
    </dgm:pt>
    <dgm:pt modelId="{2A774F01-3A93-4BF6-8565-44622597A611}" type="sibTrans" cxnId="{4F838539-EBA0-4988-B242-FECAC644D1A0}">
      <dgm:prSet/>
      <dgm:spPr/>
      <dgm:t>
        <a:bodyPr/>
        <a:lstStyle/>
        <a:p>
          <a:pPr rtl="1"/>
          <a:endParaRPr lang="ar-AE"/>
        </a:p>
      </dgm:t>
    </dgm:pt>
    <dgm:pt modelId="{377588A9-37F0-4C86-8E0D-4B8F0389A93E}">
      <dgm:prSet/>
      <dgm:spPr/>
      <dgm:t>
        <a:bodyPr/>
        <a:lstStyle/>
        <a:p>
          <a:pPr algn="l" rtl="0">
            <a:buFont typeface="Arial" panose="020B0604020202020204" pitchFamily="34" charset="0"/>
            <a:buChar char="•"/>
          </a:pPr>
          <a:r>
            <a:rPr lang="en-US" dirty="0"/>
            <a:t>High initial investment in infrastructure and skilled workforce.</a:t>
          </a:r>
          <a:endParaRPr lang="ar-AE" dirty="0"/>
        </a:p>
      </dgm:t>
    </dgm:pt>
    <dgm:pt modelId="{2F165AB7-3C1C-4186-B299-7DBC0438CA2B}" type="parTrans" cxnId="{3AB37161-AC17-42E7-AF50-2BEB558D4D97}">
      <dgm:prSet/>
      <dgm:spPr/>
      <dgm:t>
        <a:bodyPr/>
        <a:lstStyle/>
        <a:p>
          <a:pPr rtl="1"/>
          <a:endParaRPr lang="ar-AE"/>
        </a:p>
      </dgm:t>
    </dgm:pt>
    <dgm:pt modelId="{FA450312-E8C0-4F4C-B2D1-3336694227B0}" type="sibTrans" cxnId="{3AB37161-AC17-42E7-AF50-2BEB558D4D97}">
      <dgm:prSet/>
      <dgm:spPr/>
      <dgm:t>
        <a:bodyPr/>
        <a:lstStyle/>
        <a:p>
          <a:pPr rtl="1"/>
          <a:endParaRPr lang="ar-AE"/>
        </a:p>
      </dgm:t>
    </dgm:pt>
    <dgm:pt modelId="{60CC0C72-798A-466B-85A6-6C38E9166C63}">
      <dgm:prSet phldrT="[نص]"/>
      <dgm:spPr/>
      <dgm:t>
        <a:bodyPr/>
        <a:lstStyle/>
        <a:p>
          <a:pPr algn="r" rtl="1">
            <a:buFont typeface="Arial" panose="020B0604020202020204" pitchFamily="34" charset="0"/>
            <a:buChar char="•"/>
          </a:pPr>
          <a:endParaRPr lang="ar-AE" dirty="0"/>
        </a:p>
      </dgm:t>
    </dgm:pt>
    <dgm:pt modelId="{60A546ED-D7D5-4737-ABAE-70AAA314A3DF}" type="parTrans" cxnId="{0A2CF6BE-2669-468C-9F99-8ACD4CA9E7BD}">
      <dgm:prSet/>
      <dgm:spPr/>
      <dgm:t>
        <a:bodyPr/>
        <a:lstStyle/>
        <a:p>
          <a:pPr rtl="1"/>
          <a:endParaRPr lang="ar-AE"/>
        </a:p>
      </dgm:t>
    </dgm:pt>
    <dgm:pt modelId="{7475EB39-4BAF-45AC-BA02-320E23604B85}" type="sibTrans" cxnId="{0A2CF6BE-2669-468C-9F99-8ACD4CA9E7BD}">
      <dgm:prSet/>
      <dgm:spPr/>
      <dgm:t>
        <a:bodyPr/>
        <a:lstStyle/>
        <a:p>
          <a:pPr rtl="1"/>
          <a:endParaRPr lang="ar-AE"/>
        </a:p>
      </dgm:t>
    </dgm:pt>
    <dgm:pt modelId="{B48A2CC3-BD8D-477B-B159-4B8EB5D82C00}">
      <dgm:prSet phldrT="[نص]"/>
      <dgm:spPr/>
      <dgm:t>
        <a:bodyPr/>
        <a:lstStyle/>
        <a:p>
          <a:pPr algn="l" rtl="0">
            <a:buFont typeface="Arial" panose="020B0604020202020204" pitchFamily="34" charset="0"/>
            <a:buChar char="•"/>
          </a:pPr>
          <a:r>
            <a:rPr lang="en-US" dirty="0"/>
            <a:t>Ethical AI frameworks to ensure fairness and privacy.</a:t>
          </a:r>
          <a:endParaRPr lang="ar-AE" dirty="0"/>
        </a:p>
      </dgm:t>
    </dgm:pt>
    <dgm:pt modelId="{D099F17A-6C9E-458B-8B4F-D9052A00347D}" type="parTrans" cxnId="{617150A0-002B-46AA-82CA-8D6171DE3B87}">
      <dgm:prSet/>
      <dgm:spPr/>
      <dgm:t>
        <a:bodyPr/>
        <a:lstStyle/>
        <a:p>
          <a:pPr rtl="1"/>
          <a:endParaRPr lang="ar-AE"/>
        </a:p>
      </dgm:t>
    </dgm:pt>
    <dgm:pt modelId="{C059A3BF-6372-4197-8796-C14340FC042A}" type="sibTrans" cxnId="{617150A0-002B-46AA-82CA-8D6171DE3B87}">
      <dgm:prSet/>
      <dgm:spPr/>
      <dgm:t>
        <a:bodyPr/>
        <a:lstStyle/>
        <a:p>
          <a:pPr rtl="1"/>
          <a:endParaRPr lang="ar-AE"/>
        </a:p>
      </dgm:t>
    </dgm:pt>
    <dgm:pt modelId="{16298BDC-3EAD-4BA3-98C8-3CB84F55C9D8}">
      <dgm:prSet/>
      <dgm:spPr/>
      <dgm:t>
        <a:bodyPr/>
        <a:lstStyle/>
        <a:p>
          <a:pPr algn="l" rtl="0">
            <a:buFont typeface="Arial" panose="020B0604020202020204" pitchFamily="34" charset="0"/>
            <a:buChar char="•"/>
          </a:pPr>
          <a:endParaRPr lang="ar-AE" dirty="0"/>
        </a:p>
      </dgm:t>
    </dgm:pt>
    <dgm:pt modelId="{E3E6093F-1CD6-428A-BC72-53EBFFE74DB0}" type="parTrans" cxnId="{9511518A-1A57-49E0-BBF9-63C2431EE059}">
      <dgm:prSet/>
      <dgm:spPr/>
      <dgm:t>
        <a:bodyPr/>
        <a:lstStyle/>
        <a:p>
          <a:pPr rtl="1"/>
          <a:endParaRPr lang="ar-AE"/>
        </a:p>
      </dgm:t>
    </dgm:pt>
    <dgm:pt modelId="{9A2D1902-4651-4460-8C72-53FA7531ADD9}" type="sibTrans" cxnId="{9511518A-1A57-49E0-BBF9-63C2431EE059}">
      <dgm:prSet/>
      <dgm:spPr/>
      <dgm:t>
        <a:bodyPr/>
        <a:lstStyle/>
        <a:p>
          <a:pPr rtl="1"/>
          <a:endParaRPr lang="ar-AE"/>
        </a:p>
      </dgm:t>
    </dgm:pt>
    <dgm:pt modelId="{2B677A11-B761-4ED7-BE7C-86275656D254}">
      <dgm:prSet phldrT="[نص]"/>
      <dgm:spPr/>
      <dgm:t>
        <a:bodyPr/>
        <a:lstStyle/>
        <a:p>
          <a:pPr algn="l" rtl="0">
            <a:buFont typeface="Arial" panose="020B0604020202020204" pitchFamily="34" charset="0"/>
            <a:buChar char="•"/>
          </a:pPr>
          <a:endParaRPr lang="ar-AE" dirty="0"/>
        </a:p>
      </dgm:t>
    </dgm:pt>
    <dgm:pt modelId="{BA7662FE-42A3-49E0-B4F8-B28DF5CF98DB}" type="parTrans" cxnId="{99E2CD89-48A2-4144-A067-4B384AC2FA0E}">
      <dgm:prSet/>
      <dgm:spPr/>
      <dgm:t>
        <a:bodyPr/>
        <a:lstStyle/>
        <a:p>
          <a:pPr rtl="1"/>
          <a:endParaRPr lang="ar-AE"/>
        </a:p>
      </dgm:t>
    </dgm:pt>
    <dgm:pt modelId="{E7C41851-F219-4F27-9AFC-E0F3867B658C}" type="sibTrans" cxnId="{99E2CD89-48A2-4144-A067-4B384AC2FA0E}">
      <dgm:prSet/>
      <dgm:spPr/>
      <dgm:t>
        <a:bodyPr/>
        <a:lstStyle/>
        <a:p>
          <a:pPr rtl="1"/>
          <a:endParaRPr lang="ar-AE"/>
        </a:p>
      </dgm:t>
    </dgm:pt>
    <dgm:pt modelId="{CB035F89-F50B-412C-8F4A-DF38A701BF15}">
      <dgm:prSet phldrT="[نص]"/>
      <dgm:spPr/>
      <dgm:t>
        <a:bodyPr/>
        <a:lstStyle/>
        <a:p>
          <a:pPr algn="l" rtl="0">
            <a:buFont typeface="Arial" panose="020B0604020202020204" pitchFamily="34" charset="0"/>
            <a:buChar char="•"/>
          </a:pPr>
          <a:endParaRPr lang="ar-AE" dirty="0"/>
        </a:p>
      </dgm:t>
    </dgm:pt>
    <dgm:pt modelId="{60995C71-C2A8-4822-901B-927B077D0C27}" type="parTrans" cxnId="{5124B50D-B747-49A8-A4A4-BAACEF35EF1C}">
      <dgm:prSet/>
      <dgm:spPr/>
      <dgm:t>
        <a:bodyPr/>
        <a:lstStyle/>
        <a:p>
          <a:pPr rtl="1"/>
          <a:endParaRPr lang="ar-AE"/>
        </a:p>
      </dgm:t>
    </dgm:pt>
    <dgm:pt modelId="{7D0E5FB2-2407-4F80-80F9-B3F17C7DB2E9}" type="sibTrans" cxnId="{5124B50D-B747-49A8-A4A4-BAACEF35EF1C}">
      <dgm:prSet/>
      <dgm:spPr/>
      <dgm:t>
        <a:bodyPr/>
        <a:lstStyle/>
        <a:p>
          <a:pPr rtl="1"/>
          <a:endParaRPr lang="ar-AE"/>
        </a:p>
      </dgm:t>
    </dgm:pt>
    <dgm:pt modelId="{95E27610-F58D-477D-87B5-8AB211E1952A}" type="pres">
      <dgm:prSet presAssocID="{574681B9-4D2D-4443-B26D-A89FF1B39E6A}" presName="Name0" presStyleCnt="0">
        <dgm:presLayoutVars>
          <dgm:dir/>
          <dgm:animLvl val="lvl"/>
          <dgm:resizeHandles val="exact"/>
        </dgm:presLayoutVars>
      </dgm:prSet>
      <dgm:spPr/>
    </dgm:pt>
    <dgm:pt modelId="{7315DC9E-E985-46E5-BBB6-E6597EB2F4FF}" type="pres">
      <dgm:prSet presAssocID="{68A1F133-5FED-431B-8B01-42DEF0F3AA06}" presName="composite" presStyleCnt="0"/>
      <dgm:spPr/>
    </dgm:pt>
    <dgm:pt modelId="{131EAF56-9887-469D-B2FC-5E2DC71C4D04}" type="pres">
      <dgm:prSet presAssocID="{68A1F133-5FED-431B-8B01-42DEF0F3AA0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927002A-749A-4071-8896-046189EF52DE}" type="pres">
      <dgm:prSet presAssocID="{68A1F133-5FED-431B-8B01-42DEF0F3AA06}" presName="desTx" presStyleLbl="alignAccFollowNode1" presStyleIdx="0" presStyleCnt="3">
        <dgm:presLayoutVars>
          <dgm:bulletEnabled val="1"/>
        </dgm:presLayoutVars>
      </dgm:prSet>
      <dgm:spPr/>
    </dgm:pt>
    <dgm:pt modelId="{F2E535DD-6C9F-4E52-995B-69C4B3F6A150}" type="pres">
      <dgm:prSet presAssocID="{6C936F20-A47F-470B-9FA1-A688ABFD9DAA}" presName="space" presStyleCnt="0"/>
      <dgm:spPr/>
    </dgm:pt>
    <dgm:pt modelId="{882EBC16-43AD-4B54-BB9E-8A8CDC1578EC}" type="pres">
      <dgm:prSet presAssocID="{9012E87E-09C2-4483-8315-A969B7E4F0D6}" presName="composite" presStyleCnt="0"/>
      <dgm:spPr/>
    </dgm:pt>
    <dgm:pt modelId="{641F4F0D-006B-42F9-9E2D-EA7FE9A29F97}" type="pres">
      <dgm:prSet presAssocID="{9012E87E-09C2-4483-8315-A969B7E4F0D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C28355A-12A0-4254-8C2E-9FCC10199B05}" type="pres">
      <dgm:prSet presAssocID="{9012E87E-09C2-4483-8315-A969B7E4F0D6}" presName="desTx" presStyleLbl="alignAccFollowNode1" presStyleIdx="1" presStyleCnt="3">
        <dgm:presLayoutVars>
          <dgm:bulletEnabled val="1"/>
        </dgm:presLayoutVars>
      </dgm:prSet>
      <dgm:spPr/>
    </dgm:pt>
    <dgm:pt modelId="{16822BA2-EA38-424C-B8BC-A0BF6E04CBDD}" type="pres">
      <dgm:prSet presAssocID="{79036088-A350-4130-BC25-1EAE669B027F}" presName="space" presStyleCnt="0"/>
      <dgm:spPr/>
    </dgm:pt>
    <dgm:pt modelId="{826CB1EC-7CF9-4DB4-AE24-04699DB92259}" type="pres">
      <dgm:prSet presAssocID="{570AC68C-DF9E-476D-86DF-41FAB5FBEA94}" presName="composite" presStyleCnt="0"/>
      <dgm:spPr/>
    </dgm:pt>
    <dgm:pt modelId="{0210BC41-512C-46AE-9E0F-A130DB1B82AB}" type="pres">
      <dgm:prSet presAssocID="{570AC68C-DF9E-476D-86DF-41FAB5FBEA9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D93054B-54EC-44BF-94A2-E2381F9A38C4}" type="pres">
      <dgm:prSet presAssocID="{570AC68C-DF9E-476D-86DF-41FAB5FBEA9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BCFC801-4152-4649-B9A6-B9857E4CF907}" srcId="{68A1F133-5FED-431B-8B01-42DEF0F3AA06}" destId="{94CDB7A3-E693-49BF-B9D4-C93EBB133DC2}" srcOrd="0" destOrd="0" parTransId="{A0350E12-457C-4045-823E-37D60FA0B734}" sibTransId="{E1D74692-7C78-45C6-B136-18F0BB1BAE15}"/>
    <dgm:cxn modelId="{5124B50D-B747-49A8-A4A4-BAACEF35EF1C}" srcId="{9012E87E-09C2-4483-8315-A969B7E4F0D6}" destId="{CB035F89-F50B-412C-8F4A-DF38A701BF15}" srcOrd="3" destOrd="0" parTransId="{60995C71-C2A8-4822-901B-927B077D0C27}" sibTransId="{7D0E5FB2-2407-4F80-80F9-B3F17C7DB2E9}"/>
    <dgm:cxn modelId="{E79CC216-8A2C-40E1-B2DB-2037A2BBAEB6}" type="presOf" srcId="{2B677A11-B761-4ED7-BE7C-86275656D254}" destId="{AC28355A-12A0-4254-8C2E-9FCC10199B05}" srcOrd="0" destOrd="1" presId="urn:microsoft.com/office/officeart/2005/8/layout/hList1"/>
    <dgm:cxn modelId="{54C3A826-8B75-46C8-BDF1-2DB591B4975F}" type="presOf" srcId="{570AC68C-DF9E-476D-86DF-41FAB5FBEA94}" destId="{0210BC41-512C-46AE-9E0F-A130DB1B82AB}" srcOrd="0" destOrd="0" presId="urn:microsoft.com/office/officeart/2005/8/layout/hList1"/>
    <dgm:cxn modelId="{D445FF2D-FAC6-4DF6-B7B7-BD4ACA8BDD35}" type="presOf" srcId="{94CDB7A3-E693-49BF-B9D4-C93EBB133DC2}" destId="{7927002A-749A-4071-8896-046189EF52DE}" srcOrd="0" destOrd="0" presId="urn:microsoft.com/office/officeart/2005/8/layout/hList1"/>
    <dgm:cxn modelId="{0F3B6336-FBB4-4B3F-A54B-C439FC0D4180}" srcId="{9012E87E-09C2-4483-8315-A969B7E4F0D6}" destId="{74CEE91D-2307-4E8F-9C80-A76120793471}" srcOrd="2" destOrd="0" parTransId="{E996A9A2-3F47-49C2-AD45-F5B76E827AE5}" sibTransId="{1AC6BAE8-1E9D-4633-A54D-0F82E6617E41}"/>
    <dgm:cxn modelId="{4F838539-EBA0-4988-B242-FECAC644D1A0}" srcId="{570AC68C-DF9E-476D-86DF-41FAB5FBEA94}" destId="{61ED5F75-C700-4855-ADD9-9C3A7E47FDD9}" srcOrd="0" destOrd="0" parTransId="{9552E871-2AC5-46B8-B0C9-1A1D204E8668}" sibTransId="{2A774F01-3A93-4BF6-8565-44622597A611}"/>
    <dgm:cxn modelId="{6541305D-F69E-43B7-B0B8-5651F9455252}" type="presOf" srcId="{74CEE91D-2307-4E8F-9C80-A76120793471}" destId="{AC28355A-12A0-4254-8C2E-9FCC10199B05}" srcOrd="0" destOrd="2" presId="urn:microsoft.com/office/officeart/2005/8/layout/hList1"/>
    <dgm:cxn modelId="{3AB37161-AC17-42E7-AF50-2BEB558D4D97}" srcId="{570AC68C-DF9E-476D-86DF-41FAB5FBEA94}" destId="{377588A9-37F0-4C86-8E0D-4B8F0389A93E}" srcOrd="2" destOrd="0" parTransId="{2F165AB7-3C1C-4186-B299-7DBC0438CA2B}" sibTransId="{FA450312-E8C0-4F4C-B2D1-3336694227B0}"/>
    <dgm:cxn modelId="{A94D7663-04CD-45AC-8104-31DF6ACFB56B}" type="presOf" srcId="{B48A2CC3-BD8D-477B-B159-4B8EB5D82C00}" destId="{AC28355A-12A0-4254-8C2E-9FCC10199B05}" srcOrd="0" destOrd="4" presId="urn:microsoft.com/office/officeart/2005/8/layout/hList1"/>
    <dgm:cxn modelId="{719F7069-967B-4D4C-8328-31F4F61D3396}" type="presOf" srcId="{574681B9-4D2D-4443-B26D-A89FF1B39E6A}" destId="{95E27610-F58D-477D-87B5-8AB211E1952A}" srcOrd="0" destOrd="0" presId="urn:microsoft.com/office/officeart/2005/8/layout/hList1"/>
    <dgm:cxn modelId="{91F4526D-43A9-40E3-AF95-496FA5A8AA7A}" srcId="{574681B9-4D2D-4443-B26D-A89FF1B39E6A}" destId="{570AC68C-DF9E-476D-86DF-41FAB5FBEA94}" srcOrd="2" destOrd="0" parTransId="{FC165AD1-BFCA-42CA-ACF2-ABA6C42BB8A7}" sibTransId="{B2F49311-24D3-4A3B-B2AF-86B1451C5C92}"/>
    <dgm:cxn modelId="{85DE5873-67A5-4003-9086-53849AFBD8AF}" type="presOf" srcId="{CB035F89-F50B-412C-8F4A-DF38A701BF15}" destId="{AC28355A-12A0-4254-8C2E-9FCC10199B05}" srcOrd="0" destOrd="3" presId="urn:microsoft.com/office/officeart/2005/8/layout/hList1"/>
    <dgm:cxn modelId="{99E2CD89-48A2-4144-A067-4B384AC2FA0E}" srcId="{9012E87E-09C2-4483-8315-A969B7E4F0D6}" destId="{2B677A11-B761-4ED7-BE7C-86275656D254}" srcOrd="1" destOrd="0" parTransId="{BA7662FE-42A3-49E0-B4F8-B28DF5CF98DB}" sibTransId="{E7C41851-F219-4F27-9AFC-E0F3867B658C}"/>
    <dgm:cxn modelId="{9511518A-1A57-49E0-BBF9-63C2431EE059}" srcId="{570AC68C-DF9E-476D-86DF-41FAB5FBEA94}" destId="{16298BDC-3EAD-4BA3-98C8-3CB84F55C9D8}" srcOrd="1" destOrd="0" parTransId="{E3E6093F-1CD6-428A-BC72-53EBFFE74DB0}" sibTransId="{9A2D1902-4651-4460-8C72-53FA7531ADD9}"/>
    <dgm:cxn modelId="{617150A0-002B-46AA-82CA-8D6171DE3B87}" srcId="{9012E87E-09C2-4483-8315-A969B7E4F0D6}" destId="{B48A2CC3-BD8D-477B-B159-4B8EB5D82C00}" srcOrd="4" destOrd="0" parTransId="{D099F17A-6C9E-458B-8B4F-D9052A00347D}" sibTransId="{C059A3BF-6372-4197-8796-C14340FC042A}"/>
    <dgm:cxn modelId="{8FCFA6A7-BE2A-4FF3-94A6-29323ED3E122}" type="presOf" srcId="{9012E87E-09C2-4483-8315-A969B7E4F0D6}" destId="{641F4F0D-006B-42F9-9E2D-EA7FE9A29F97}" srcOrd="0" destOrd="0" presId="urn:microsoft.com/office/officeart/2005/8/layout/hList1"/>
    <dgm:cxn modelId="{C41D27B8-316F-42D3-8ED0-0A258D304B98}" type="presOf" srcId="{377588A9-37F0-4C86-8E0D-4B8F0389A93E}" destId="{7D93054B-54EC-44BF-94A2-E2381F9A38C4}" srcOrd="0" destOrd="2" presId="urn:microsoft.com/office/officeart/2005/8/layout/hList1"/>
    <dgm:cxn modelId="{763AC5BC-3C0C-445C-97AA-B5A4101F2303}" srcId="{574681B9-4D2D-4443-B26D-A89FF1B39E6A}" destId="{9012E87E-09C2-4483-8315-A969B7E4F0D6}" srcOrd="1" destOrd="0" parTransId="{5C411E8C-1E30-4451-BD12-E973429385AD}" sibTransId="{79036088-A350-4130-BC25-1EAE669B027F}"/>
    <dgm:cxn modelId="{0A2CF6BE-2669-468C-9F99-8ACD4CA9E7BD}" srcId="{9012E87E-09C2-4483-8315-A969B7E4F0D6}" destId="{60CC0C72-798A-466B-85A6-6C38E9166C63}" srcOrd="5" destOrd="0" parTransId="{60A546ED-D7D5-4737-ABAE-70AAA314A3DF}" sibTransId="{7475EB39-4BAF-45AC-BA02-320E23604B85}"/>
    <dgm:cxn modelId="{02E88BD3-0992-49A0-B076-C1EEF8E1C0EE}" srcId="{574681B9-4D2D-4443-B26D-A89FF1B39E6A}" destId="{68A1F133-5FED-431B-8B01-42DEF0F3AA06}" srcOrd="0" destOrd="0" parTransId="{6F2F9351-BFF9-45E8-8685-BA1C260BAA0C}" sibTransId="{6C936F20-A47F-470B-9FA1-A688ABFD9DAA}"/>
    <dgm:cxn modelId="{B979ACD3-C9AF-49AD-BCE6-08AB529C0B19}" type="presOf" srcId="{61ED5F75-C700-4855-ADD9-9C3A7E47FDD9}" destId="{7D93054B-54EC-44BF-94A2-E2381F9A38C4}" srcOrd="0" destOrd="0" presId="urn:microsoft.com/office/officeart/2005/8/layout/hList1"/>
    <dgm:cxn modelId="{EDAD4AD4-64AF-4E32-B989-BEC4A549E560}" type="presOf" srcId="{996AC9CD-2255-4755-A444-4F1E45A94328}" destId="{AC28355A-12A0-4254-8C2E-9FCC10199B05}" srcOrd="0" destOrd="0" presId="urn:microsoft.com/office/officeart/2005/8/layout/hList1"/>
    <dgm:cxn modelId="{8C5091E1-1DCA-4A91-B746-8848969B10A9}" srcId="{9012E87E-09C2-4483-8315-A969B7E4F0D6}" destId="{996AC9CD-2255-4755-A444-4F1E45A94328}" srcOrd="0" destOrd="0" parTransId="{2A893C75-4D68-4502-83F7-383159FE3C62}" sibTransId="{B37776C9-340E-4FE6-8059-A06721DBA8C1}"/>
    <dgm:cxn modelId="{87E253EE-99B3-4E1D-A663-52A79B6EF144}" type="presOf" srcId="{16298BDC-3EAD-4BA3-98C8-3CB84F55C9D8}" destId="{7D93054B-54EC-44BF-94A2-E2381F9A38C4}" srcOrd="0" destOrd="1" presId="urn:microsoft.com/office/officeart/2005/8/layout/hList1"/>
    <dgm:cxn modelId="{85208EF3-CA48-4A38-BCF4-A4CDA3066147}" type="presOf" srcId="{68A1F133-5FED-431B-8B01-42DEF0F3AA06}" destId="{131EAF56-9887-469D-B2FC-5E2DC71C4D04}" srcOrd="0" destOrd="0" presId="urn:microsoft.com/office/officeart/2005/8/layout/hList1"/>
    <dgm:cxn modelId="{8D7C7EF4-D545-4102-A909-331035D961CC}" type="presOf" srcId="{60CC0C72-798A-466B-85A6-6C38E9166C63}" destId="{AC28355A-12A0-4254-8C2E-9FCC10199B05}" srcOrd="0" destOrd="5" presId="urn:microsoft.com/office/officeart/2005/8/layout/hList1"/>
    <dgm:cxn modelId="{2F8961D2-74FD-4CFA-B8D6-A492E101AAE6}" type="presParOf" srcId="{95E27610-F58D-477D-87B5-8AB211E1952A}" destId="{7315DC9E-E985-46E5-BBB6-E6597EB2F4FF}" srcOrd="0" destOrd="0" presId="urn:microsoft.com/office/officeart/2005/8/layout/hList1"/>
    <dgm:cxn modelId="{29821099-F68B-46AE-A549-29901C366BD2}" type="presParOf" srcId="{7315DC9E-E985-46E5-BBB6-E6597EB2F4FF}" destId="{131EAF56-9887-469D-B2FC-5E2DC71C4D04}" srcOrd="0" destOrd="0" presId="urn:microsoft.com/office/officeart/2005/8/layout/hList1"/>
    <dgm:cxn modelId="{CEE184FC-8342-4379-8570-EF37386C4145}" type="presParOf" srcId="{7315DC9E-E985-46E5-BBB6-E6597EB2F4FF}" destId="{7927002A-749A-4071-8896-046189EF52DE}" srcOrd="1" destOrd="0" presId="urn:microsoft.com/office/officeart/2005/8/layout/hList1"/>
    <dgm:cxn modelId="{30D1C0D0-32AA-4157-A192-FA86B6A4C777}" type="presParOf" srcId="{95E27610-F58D-477D-87B5-8AB211E1952A}" destId="{F2E535DD-6C9F-4E52-995B-69C4B3F6A150}" srcOrd="1" destOrd="0" presId="urn:microsoft.com/office/officeart/2005/8/layout/hList1"/>
    <dgm:cxn modelId="{2FF28776-7EDD-48DA-8125-5FF85698768B}" type="presParOf" srcId="{95E27610-F58D-477D-87B5-8AB211E1952A}" destId="{882EBC16-43AD-4B54-BB9E-8A8CDC1578EC}" srcOrd="2" destOrd="0" presId="urn:microsoft.com/office/officeart/2005/8/layout/hList1"/>
    <dgm:cxn modelId="{C2182F12-918F-4AE6-B2CD-C05C8477AD35}" type="presParOf" srcId="{882EBC16-43AD-4B54-BB9E-8A8CDC1578EC}" destId="{641F4F0D-006B-42F9-9E2D-EA7FE9A29F97}" srcOrd="0" destOrd="0" presId="urn:microsoft.com/office/officeart/2005/8/layout/hList1"/>
    <dgm:cxn modelId="{1EC6FBE7-30FA-4AE2-AA49-CE7C6BA005BC}" type="presParOf" srcId="{882EBC16-43AD-4B54-BB9E-8A8CDC1578EC}" destId="{AC28355A-12A0-4254-8C2E-9FCC10199B05}" srcOrd="1" destOrd="0" presId="urn:microsoft.com/office/officeart/2005/8/layout/hList1"/>
    <dgm:cxn modelId="{4D1683FE-AE6C-4D71-808C-C7414940C2C3}" type="presParOf" srcId="{95E27610-F58D-477D-87B5-8AB211E1952A}" destId="{16822BA2-EA38-424C-B8BC-A0BF6E04CBDD}" srcOrd="3" destOrd="0" presId="urn:microsoft.com/office/officeart/2005/8/layout/hList1"/>
    <dgm:cxn modelId="{E627983E-F5D3-4CB0-A972-0DC2EC91CE8A}" type="presParOf" srcId="{95E27610-F58D-477D-87B5-8AB211E1952A}" destId="{826CB1EC-7CF9-4DB4-AE24-04699DB92259}" srcOrd="4" destOrd="0" presId="urn:microsoft.com/office/officeart/2005/8/layout/hList1"/>
    <dgm:cxn modelId="{F574E709-6CB7-4A49-80B8-DC396203408F}" type="presParOf" srcId="{826CB1EC-7CF9-4DB4-AE24-04699DB92259}" destId="{0210BC41-512C-46AE-9E0F-A130DB1B82AB}" srcOrd="0" destOrd="0" presId="urn:microsoft.com/office/officeart/2005/8/layout/hList1"/>
    <dgm:cxn modelId="{BB1DB829-64CD-48F6-855E-9CD075567082}" type="presParOf" srcId="{826CB1EC-7CF9-4DB4-AE24-04699DB92259}" destId="{7D93054B-54EC-44BF-94A2-E2381F9A38C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5C0B95-B279-4C2D-B24A-56C44DBF6981}" type="doc">
      <dgm:prSet loTypeId="urn:microsoft.com/office/officeart/2005/8/layout/matrix1" loCatId="matrix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pPr rtl="1"/>
          <a:endParaRPr lang="ar-AE"/>
        </a:p>
      </dgm:t>
    </dgm:pt>
    <dgm:pt modelId="{E9006D39-D828-4C09-AB81-265470EAA8EE}">
      <dgm:prSet phldrT="[نص]"/>
      <dgm:spPr/>
      <dgm:t>
        <a:bodyPr/>
        <a:lstStyle/>
        <a:p>
          <a:pPr rtl="1"/>
          <a:r>
            <a:rPr lang="en-US" b="1" i="1" dirty="0"/>
            <a:t>Ethical Considerations for AI/ML</a:t>
          </a:r>
          <a:endParaRPr lang="ar-AE" dirty="0"/>
        </a:p>
      </dgm:t>
    </dgm:pt>
    <dgm:pt modelId="{EF483F33-7EC4-42A7-9024-0EDE20AB1D6B}" type="parTrans" cxnId="{47D63C33-2D3A-452D-85F4-8B1F2565E177}">
      <dgm:prSet/>
      <dgm:spPr/>
      <dgm:t>
        <a:bodyPr/>
        <a:lstStyle/>
        <a:p>
          <a:pPr rtl="1"/>
          <a:endParaRPr lang="ar-AE"/>
        </a:p>
      </dgm:t>
    </dgm:pt>
    <dgm:pt modelId="{9BE1019F-513C-4B01-8781-A80793917A54}" type="sibTrans" cxnId="{47D63C33-2D3A-452D-85F4-8B1F2565E177}">
      <dgm:prSet/>
      <dgm:spPr/>
      <dgm:t>
        <a:bodyPr/>
        <a:lstStyle/>
        <a:p>
          <a:pPr rtl="1"/>
          <a:endParaRPr lang="ar-AE"/>
        </a:p>
      </dgm:t>
    </dgm:pt>
    <dgm:pt modelId="{83705912-48C1-4F68-AE41-9836C83803F4}">
      <dgm:prSet phldrT="[نص]"/>
      <dgm:spPr/>
      <dgm:t>
        <a:bodyPr/>
        <a:lstStyle/>
        <a:p>
          <a:pPr rtl="1">
            <a:buFont typeface="Arial" panose="020B0604020202020204" pitchFamily="34" charset="0"/>
            <a:buChar char="•"/>
          </a:pPr>
          <a:r>
            <a:rPr lang="en-US" b="1" dirty="0"/>
            <a:t>Accountability</a:t>
          </a:r>
          <a:r>
            <a:rPr lang="en-US" dirty="0"/>
            <a:t>:</a:t>
          </a:r>
          <a:br>
            <a:rPr lang="en-US" dirty="0"/>
          </a:br>
          <a:r>
            <a:rPr lang="en-US" dirty="0"/>
            <a:t>Implement clear processes for monitoring AI performance and addressing any ethical issues.</a:t>
          </a:r>
          <a:endParaRPr lang="ar-AE" dirty="0"/>
        </a:p>
      </dgm:t>
    </dgm:pt>
    <dgm:pt modelId="{9C96E05A-EBF8-45E2-B870-DCB860D6EABE}" type="parTrans" cxnId="{6009317B-44A7-492E-948F-80C7813DB2A5}">
      <dgm:prSet/>
      <dgm:spPr/>
      <dgm:t>
        <a:bodyPr/>
        <a:lstStyle/>
        <a:p>
          <a:pPr rtl="1"/>
          <a:endParaRPr lang="ar-AE"/>
        </a:p>
      </dgm:t>
    </dgm:pt>
    <dgm:pt modelId="{D1DC8FEF-1B7E-40B1-941C-926DEA661B2D}" type="sibTrans" cxnId="{6009317B-44A7-492E-948F-80C7813DB2A5}">
      <dgm:prSet/>
      <dgm:spPr/>
      <dgm:t>
        <a:bodyPr/>
        <a:lstStyle/>
        <a:p>
          <a:pPr rtl="1"/>
          <a:endParaRPr lang="ar-AE"/>
        </a:p>
      </dgm:t>
    </dgm:pt>
    <dgm:pt modelId="{845F86D9-33FA-47F3-9500-F7995D60B23A}">
      <dgm:prSet phldrT="[نص]"/>
      <dgm:spPr/>
      <dgm:t>
        <a:bodyPr/>
        <a:lstStyle/>
        <a:p>
          <a:pPr rtl="1"/>
          <a:r>
            <a:rPr lang="en-US" b="1" dirty="0"/>
            <a:t>Data Privacy</a:t>
          </a:r>
          <a:r>
            <a:rPr lang="en-US" dirty="0"/>
            <a:t>:</a:t>
          </a:r>
          <a:br>
            <a:rPr lang="en-US" dirty="0"/>
          </a:br>
          <a:r>
            <a:rPr lang="en-US" dirty="0"/>
            <a:t>Ensure customer data is encrypted and comply with GDPR and other data protection regulations</a:t>
          </a:r>
          <a:endParaRPr lang="ar-AE" dirty="0"/>
        </a:p>
      </dgm:t>
    </dgm:pt>
    <dgm:pt modelId="{9DA5A475-9FEA-4B27-BC21-85FE402C5D65}" type="parTrans" cxnId="{E370BBBE-3B30-42D0-AA89-4D1D10ED94E2}">
      <dgm:prSet/>
      <dgm:spPr/>
      <dgm:t>
        <a:bodyPr/>
        <a:lstStyle/>
        <a:p>
          <a:pPr rtl="1"/>
          <a:endParaRPr lang="ar-AE"/>
        </a:p>
      </dgm:t>
    </dgm:pt>
    <dgm:pt modelId="{D8435541-4961-4BF8-9D02-C37788D47774}" type="sibTrans" cxnId="{E370BBBE-3B30-42D0-AA89-4D1D10ED94E2}">
      <dgm:prSet/>
      <dgm:spPr/>
      <dgm:t>
        <a:bodyPr/>
        <a:lstStyle/>
        <a:p>
          <a:pPr rtl="1"/>
          <a:endParaRPr lang="ar-AE"/>
        </a:p>
      </dgm:t>
    </dgm:pt>
    <dgm:pt modelId="{DF94DDE3-15DB-47F0-AF02-215132C48B64}">
      <dgm:prSet phldrT="[نص]"/>
      <dgm:spPr/>
      <dgm:t>
        <a:bodyPr/>
        <a:lstStyle/>
        <a:p>
          <a:pPr rtl="1"/>
          <a:r>
            <a:rPr lang="en-US" b="1" dirty="0"/>
            <a:t>Transparency</a:t>
          </a:r>
          <a:r>
            <a:rPr lang="en-US" dirty="0"/>
            <a:t>:</a:t>
          </a:r>
          <a:br>
            <a:rPr lang="en-US" dirty="0"/>
          </a:br>
          <a:r>
            <a:rPr lang="en-US" dirty="0"/>
            <a:t>Ensure the AI decision-making process is understandable and transparent to customers</a:t>
          </a:r>
          <a:endParaRPr lang="ar-AE" dirty="0"/>
        </a:p>
      </dgm:t>
    </dgm:pt>
    <dgm:pt modelId="{E61C3CA4-BDD9-444D-9656-CC24C96B2631}" type="parTrans" cxnId="{7F6824BB-5457-4DF9-ACBA-6FF3BC9FA255}">
      <dgm:prSet/>
      <dgm:spPr/>
      <dgm:t>
        <a:bodyPr/>
        <a:lstStyle/>
        <a:p>
          <a:pPr rtl="1"/>
          <a:endParaRPr lang="ar-AE"/>
        </a:p>
      </dgm:t>
    </dgm:pt>
    <dgm:pt modelId="{092C976B-0008-490E-9A70-823228FF071D}" type="sibTrans" cxnId="{7F6824BB-5457-4DF9-ACBA-6FF3BC9FA255}">
      <dgm:prSet/>
      <dgm:spPr/>
      <dgm:t>
        <a:bodyPr/>
        <a:lstStyle/>
        <a:p>
          <a:pPr rtl="1"/>
          <a:endParaRPr lang="ar-AE"/>
        </a:p>
      </dgm:t>
    </dgm:pt>
    <dgm:pt modelId="{79B8B73D-F518-4A51-862A-75AA28E610CF}">
      <dgm:prSet phldrT="[نص]" phldr="1"/>
      <dgm:spPr/>
      <dgm:t>
        <a:bodyPr/>
        <a:lstStyle/>
        <a:p>
          <a:pPr rtl="1"/>
          <a:endParaRPr lang="ar-AE"/>
        </a:p>
      </dgm:t>
    </dgm:pt>
    <dgm:pt modelId="{670F4756-FF59-4C8D-A9CE-899000E8B23A}" type="parTrans" cxnId="{1859E842-CFDB-4D5D-A9C7-F9A06D7B2739}">
      <dgm:prSet/>
      <dgm:spPr/>
      <dgm:t>
        <a:bodyPr/>
        <a:lstStyle/>
        <a:p>
          <a:pPr rtl="1"/>
          <a:endParaRPr lang="ar-AE"/>
        </a:p>
      </dgm:t>
    </dgm:pt>
    <dgm:pt modelId="{34DFEDBF-6B13-4F3C-A57C-ECB7F9DFC019}" type="sibTrans" cxnId="{1859E842-CFDB-4D5D-A9C7-F9A06D7B2739}">
      <dgm:prSet/>
      <dgm:spPr/>
      <dgm:t>
        <a:bodyPr/>
        <a:lstStyle/>
        <a:p>
          <a:pPr rtl="1"/>
          <a:endParaRPr lang="ar-AE"/>
        </a:p>
      </dgm:t>
    </dgm:pt>
    <dgm:pt modelId="{2D2C32F2-2AE2-47E6-A773-718DABD5352E}">
      <dgm:prSet/>
      <dgm:spPr/>
      <dgm:t>
        <a:bodyPr/>
        <a:lstStyle/>
        <a:p>
          <a:pPr rtl="1"/>
          <a:r>
            <a:rPr lang="en-US" b="1"/>
            <a:t>Bias in Data</a:t>
          </a:r>
          <a:r>
            <a:rPr lang="en-US"/>
            <a:t>:</a:t>
          </a:r>
          <a:br>
            <a:rPr lang="en-US"/>
          </a:br>
          <a:r>
            <a:rPr lang="en-US"/>
            <a:t>Regular audits to prevent biases in AI models and ensure fairness in predictions</a:t>
          </a:r>
          <a:endParaRPr lang="ar-AE"/>
        </a:p>
      </dgm:t>
    </dgm:pt>
    <dgm:pt modelId="{B122C6B5-CEB1-4833-A056-E74140C6E251}" type="parTrans" cxnId="{CE546975-100A-4C37-8822-F58132098445}">
      <dgm:prSet/>
      <dgm:spPr/>
      <dgm:t>
        <a:bodyPr/>
        <a:lstStyle/>
        <a:p>
          <a:pPr rtl="1"/>
          <a:endParaRPr lang="ar-AE"/>
        </a:p>
      </dgm:t>
    </dgm:pt>
    <dgm:pt modelId="{59A409F3-CF3D-4661-9888-2FD57B4D5E23}" type="sibTrans" cxnId="{CE546975-100A-4C37-8822-F58132098445}">
      <dgm:prSet/>
      <dgm:spPr/>
      <dgm:t>
        <a:bodyPr/>
        <a:lstStyle/>
        <a:p>
          <a:pPr rtl="1"/>
          <a:endParaRPr lang="ar-AE"/>
        </a:p>
      </dgm:t>
    </dgm:pt>
    <dgm:pt modelId="{FC77CAA5-1680-42E5-AB74-EC2E35F4CD15}" type="pres">
      <dgm:prSet presAssocID="{B15C0B95-B279-4C2D-B24A-56C44DBF6981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1632CF7-042C-4AFE-BBE7-FD747B34C487}" type="pres">
      <dgm:prSet presAssocID="{B15C0B95-B279-4C2D-B24A-56C44DBF6981}" presName="matrix" presStyleCnt="0"/>
      <dgm:spPr/>
    </dgm:pt>
    <dgm:pt modelId="{CFA6AF81-941E-4260-B861-4FE168811EDD}" type="pres">
      <dgm:prSet presAssocID="{B15C0B95-B279-4C2D-B24A-56C44DBF6981}" presName="tile1" presStyleLbl="node1" presStyleIdx="0" presStyleCnt="4"/>
      <dgm:spPr/>
    </dgm:pt>
    <dgm:pt modelId="{60FDA8B6-F5F2-4370-9AB9-68FAA0CFBE03}" type="pres">
      <dgm:prSet presAssocID="{B15C0B95-B279-4C2D-B24A-56C44DBF6981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CBF33A9-0743-4113-BCDD-FCE4AEECAE6D}" type="pres">
      <dgm:prSet presAssocID="{B15C0B95-B279-4C2D-B24A-56C44DBF6981}" presName="tile2" presStyleLbl="node1" presStyleIdx="1" presStyleCnt="4"/>
      <dgm:spPr/>
    </dgm:pt>
    <dgm:pt modelId="{290D234D-2D3D-4ED0-AA8C-97239FDCD517}" type="pres">
      <dgm:prSet presAssocID="{B15C0B95-B279-4C2D-B24A-56C44DBF6981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5FFB80D-077E-485A-8988-A1286E944659}" type="pres">
      <dgm:prSet presAssocID="{B15C0B95-B279-4C2D-B24A-56C44DBF6981}" presName="tile3" presStyleLbl="node1" presStyleIdx="2" presStyleCnt="4"/>
      <dgm:spPr/>
    </dgm:pt>
    <dgm:pt modelId="{541E49AB-0DA7-4CDF-A984-572404DEC26F}" type="pres">
      <dgm:prSet presAssocID="{B15C0B95-B279-4C2D-B24A-56C44DBF6981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3D41E39-50F4-495D-AC47-EC1D4F527EF5}" type="pres">
      <dgm:prSet presAssocID="{B15C0B95-B279-4C2D-B24A-56C44DBF6981}" presName="tile4" presStyleLbl="node1" presStyleIdx="3" presStyleCnt="4"/>
      <dgm:spPr/>
    </dgm:pt>
    <dgm:pt modelId="{1B3A467B-4AE1-42D9-A5CE-E598DB23CAB8}" type="pres">
      <dgm:prSet presAssocID="{B15C0B95-B279-4C2D-B24A-56C44DBF6981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9ADE17BC-2BC4-4B7E-B2DB-CDC69B2E5C8F}" type="pres">
      <dgm:prSet presAssocID="{B15C0B95-B279-4C2D-B24A-56C44DBF6981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EC23A122-D902-4824-BFCB-437637CE3642}" type="presOf" srcId="{845F86D9-33FA-47F3-9500-F7995D60B23A}" destId="{B5FFB80D-077E-485A-8988-A1286E944659}" srcOrd="0" destOrd="0" presId="urn:microsoft.com/office/officeart/2005/8/layout/matrix1"/>
    <dgm:cxn modelId="{47D63C33-2D3A-452D-85F4-8B1F2565E177}" srcId="{B15C0B95-B279-4C2D-B24A-56C44DBF6981}" destId="{E9006D39-D828-4C09-AB81-265470EAA8EE}" srcOrd="0" destOrd="0" parTransId="{EF483F33-7EC4-42A7-9024-0EDE20AB1D6B}" sibTransId="{9BE1019F-513C-4B01-8781-A80793917A54}"/>
    <dgm:cxn modelId="{C466D736-9C07-407C-9730-24DB3A46BA73}" type="presOf" srcId="{845F86D9-33FA-47F3-9500-F7995D60B23A}" destId="{541E49AB-0DA7-4CDF-A984-572404DEC26F}" srcOrd="1" destOrd="0" presId="urn:microsoft.com/office/officeart/2005/8/layout/matrix1"/>
    <dgm:cxn modelId="{1859E842-CFDB-4D5D-A9C7-F9A06D7B2739}" srcId="{E9006D39-D828-4C09-AB81-265470EAA8EE}" destId="{79B8B73D-F518-4A51-862A-75AA28E610CF}" srcOrd="4" destOrd="0" parTransId="{670F4756-FF59-4C8D-A9CE-899000E8B23A}" sibTransId="{34DFEDBF-6B13-4F3C-A57C-ECB7F9DFC019}"/>
    <dgm:cxn modelId="{FEE41770-D757-476E-9E49-CFD78F0C0B7C}" type="presOf" srcId="{83705912-48C1-4F68-AE41-9836C83803F4}" destId="{CFA6AF81-941E-4260-B861-4FE168811EDD}" srcOrd="0" destOrd="0" presId="urn:microsoft.com/office/officeart/2005/8/layout/matrix1"/>
    <dgm:cxn modelId="{CE546975-100A-4C37-8822-F58132098445}" srcId="{E9006D39-D828-4C09-AB81-265470EAA8EE}" destId="{2D2C32F2-2AE2-47E6-A773-718DABD5352E}" srcOrd="1" destOrd="0" parTransId="{B122C6B5-CEB1-4833-A056-E74140C6E251}" sibTransId="{59A409F3-CF3D-4661-9888-2FD57B4D5E23}"/>
    <dgm:cxn modelId="{6009317B-44A7-492E-948F-80C7813DB2A5}" srcId="{E9006D39-D828-4C09-AB81-265470EAA8EE}" destId="{83705912-48C1-4F68-AE41-9836C83803F4}" srcOrd="0" destOrd="0" parTransId="{9C96E05A-EBF8-45E2-B870-DCB860D6EABE}" sibTransId="{D1DC8FEF-1B7E-40B1-941C-926DEA661B2D}"/>
    <dgm:cxn modelId="{6CAB9983-7856-4171-A167-41F36BAB031D}" type="presOf" srcId="{B15C0B95-B279-4C2D-B24A-56C44DBF6981}" destId="{FC77CAA5-1680-42E5-AB74-EC2E35F4CD15}" srcOrd="0" destOrd="0" presId="urn:microsoft.com/office/officeart/2005/8/layout/matrix1"/>
    <dgm:cxn modelId="{7B93EC99-8151-4E76-AE13-AA2FEDD25DA5}" type="presOf" srcId="{2D2C32F2-2AE2-47E6-A773-718DABD5352E}" destId="{290D234D-2D3D-4ED0-AA8C-97239FDCD517}" srcOrd="1" destOrd="0" presId="urn:microsoft.com/office/officeart/2005/8/layout/matrix1"/>
    <dgm:cxn modelId="{1EE942B5-BBF8-469A-AA6E-10B4446E41F8}" type="presOf" srcId="{83705912-48C1-4F68-AE41-9836C83803F4}" destId="{60FDA8B6-F5F2-4370-9AB9-68FAA0CFBE03}" srcOrd="1" destOrd="0" presId="urn:microsoft.com/office/officeart/2005/8/layout/matrix1"/>
    <dgm:cxn modelId="{7F6824BB-5457-4DF9-ACBA-6FF3BC9FA255}" srcId="{E9006D39-D828-4C09-AB81-265470EAA8EE}" destId="{DF94DDE3-15DB-47F0-AF02-215132C48B64}" srcOrd="3" destOrd="0" parTransId="{E61C3CA4-BDD9-444D-9656-CC24C96B2631}" sibTransId="{092C976B-0008-490E-9A70-823228FF071D}"/>
    <dgm:cxn modelId="{E370BBBE-3B30-42D0-AA89-4D1D10ED94E2}" srcId="{E9006D39-D828-4C09-AB81-265470EAA8EE}" destId="{845F86D9-33FA-47F3-9500-F7995D60B23A}" srcOrd="2" destOrd="0" parTransId="{9DA5A475-9FEA-4B27-BC21-85FE402C5D65}" sibTransId="{D8435541-4961-4BF8-9D02-C37788D47774}"/>
    <dgm:cxn modelId="{0D2D09D9-DC45-435F-BC0D-C509BB8BC10A}" type="presOf" srcId="{2D2C32F2-2AE2-47E6-A773-718DABD5352E}" destId="{6CBF33A9-0743-4113-BCDD-FCE4AEECAE6D}" srcOrd="0" destOrd="0" presId="urn:microsoft.com/office/officeart/2005/8/layout/matrix1"/>
    <dgm:cxn modelId="{0927E4DE-401B-46FF-9919-EB3A64316A37}" type="presOf" srcId="{DF94DDE3-15DB-47F0-AF02-215132C48B64}" destId="{83D41E39-50F4-495D-AC47-EC1D4F527EF5}" srcOrd="0" destOrd="0" presId="urn:microsoft.com/office/officeart/2005/8/layout/matrix1"/>
    <dgm:cxn modelId="{D51247EF-89EA-4BE8-8A0C-E5050649B4D6}" type="presOf" srcId="{E9006D39-D828-4C09-AB81-265470EAA8EE}" destId="{9ADE17BC-2BC4-4B7E-B2DB-CDC69B2E5C8F}" srcOrd="0" destOrd="0" presId="urn:microsoft.com/office/officeart/2005/8/layout/matrix1"/>
    <dgm:cxn modelId="{A4395FFA-394E-4C10-A85B-C1C4E2461CB8}" type="presOf" srcId="{DF94DDE3-15DB-47F0-AF02-215132C48B64}" destId="{1B3A467B-4AE1-42D9-A5CE-E598DB23CAB8}" srcOrd="1" destOrd="0" presId="urn:microsoft.com/office/officeart/2005/8/layout/matrix1"/>
    <dgm:cxn modelId="{2225A962-1C20-4B2C-A598-31D126D17882}" type="presParOf" srcId="{FC77CAA5-1680-42E5-AB74-EC2E35F4CD15}" destId="{91632CF7-042C-4AFE-BBE7-FD747B34C487}" srcOrd="0" destOrd="0" presId="urn:microsoft.com/office/officeart/2005/8/layout/matrix1"/>
    <dgm:cxn modelId="{346F3E4E-0CA4-4490-B0D3-A1BFC38A5426}" type="presParOf" srcId="{91632CF7-042C-4AFE-BBE7-FD747B34C487}" destId="{CFA6AF81-941E-4260-B861-4FE168811EDD}" srcOrd="0" destOrd="0" presId="urn:microsoft.com/office/officeart/2005/8/layout/matrix1"/>
    <dgm:cxn modelId="{367B04AA-53B9-42E5-8900-174368A6024F}" type="presParOf" srcId="{91632CF7-042C-4AFE-BBE7-FD747B34C487}" destId="{60FDA8B6-F5F2-4370-9AB9-68FAA0CFBE03}" srcOrd="1" destOrd="0" presId="urn:microsoft.com/office/officeart/2005/8/layout/matrix1"/>
    <dgm:cxn modelId="{4955C604-C543-4805-9FB9-32CD816671BF}" type="presParOf" srcId="{91632CF7-042C-4AFE-BBE7-FD747B34C487}" destId="{6CBF33A9-0743-4113-BCDD-FCE4AEECAE6D}" srcOrd="2" destOrd="0" presId="urn:microsoft.com/office/officeart/2005/8/layout/matrix1"/>
    <dgm:cxn modelId="{2A8FB1A4-2BAB-4C5A-BD77-696B26694EEB}" type="presParOf" srcId="{91632CF7-042C-4AFE-BBE7-FD747B34C487}" destId="{290D234D-2D3D-4ED0-AA8C-97239FDCD517}" srcOrd="3" destOrd="0" presId="urn:microsoft.com/office/officeart/2005/8/layout/matrix1"/>
    <dgm:cxn modelId="{550E0EC0-3AA5-4E61-9A75-66D6E7A63BE0}" type="presParOf" srcId="{91632CF7-042C-4AFE-BBE7-FD747B34C487}" destId="{B5FFB80D-077E-485A-8988-A1286E944659}" srcOrd="4" destOrd="0" presId="urn:microsoft.com/office/officeart/2005/8/layout/matrix1"/>
    <dgm:cxn modelId="{025D1223-6A47-40EF-9262-E3DA89E686E3}" type="presParOf" srcId="{91632CF7-042C-4AFE-BBE7-FD747B34C487}" destId="{541E49AB-0DA7-4CDF-A984-572404DEC26F}" srcOrd="5" destOrd="0" presId="urn:microsoft.com/office/officeart/2005/8/layout/matrix1"/>
    <dgm:cxn modelId="{B0A0B81C-1114-461C-9EFA-7E80E690870E}" type="presParOf" srcId="{91632CF7-042C-4AFE-BBE7-FD747B34C487}" destId="{83D41E39-50F4-495D-AC47-EC1D4F527EF5}" srcOrd="6" destOrd="0" presId="urn:microsoft.com/office/officeart/2005/8/layout/matrix1"/>
    <dgm:cxn modelId="{A2FFDBBC-A294-4A1F-9EC9-B7293CF3DD9C}" type="presParOf" srcId="{91632CF7-042C-4AFE-BBE7-FD747B34C487}" destId="{1B3A467B-4AE1-42D9-A5CE-E598DB23CAB8}" srcOrd="7" destOrd="0" presId="urn:microsoft.com/office/officeart/2005/8/layout/matrix1"/>
    <dgm:cxn modelId="{05AAB425-189B-484E-B8DB-A5FB840BA941}" type="presParOf" srcId="{FC77CAA5-1680-42E5-AB74-EC2E35F4CD15}" destId="{9ADE17BC-2BC4-4B7E-B2DB-CDC69B2E5C8F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1EAF56-9887-469D-B2FC-5E2DC71C4D04}">
      <dsp:nvSpPr>
        <dsp:cNvPr id="0" name=""/>
        <dsp:cNvSpPr/>
      </dsp:nvSpPr>
      <dsp:spPr>
        <a:xfrm>
          <a:off x="2540" y="288491"/>
          <a:ext cx="2476500" cy="59325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Prioritization Grid</a:t>
          </a:r>
          <a:r>
            <a:rPr lang="en-US" sz="1600" kern="1200" dirty="0"/>
            <a:t>:</a:t>
          </a:r>
          <a:endParaRPr lang="ar-AE" sz="1600" kern="1200" dirty="0"/>
        </a:p>
      </dsp:txBody>
      <dsp:txXfrm>
        <a:off x="2540" y="288491"/>
        <a:ext cx="2476500" cy="593250"/>
      </dsp:txXfrm>
    </dsp:sp>
    <dsp:sp modelId="{7927002A-749A-4071-8896-046189EF52DE}">
      <dsp:nvSpPr>
        <dsp:cNvPr id="0" name=""/>
        <dsp:cNvSpPr/>
      </dsp:nvSpPr>
      <dsp:spPr>
        <a:xfrm>
          <a:off x="2540" y="881741"/>
          <a:ext cx="2476500" cy="30387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i="1" kern="1200" dirty="0"/>
            <a:t>A visual grid based on impact vs. feasibility (each use case ranked).</a:t>
          </a:r>
          <a:endParaRPr lang="ar-AE" sz="1600" kern="1200" dirty="0"/>
        </a:p>
      </dsp:txBody>
      <dsp:txXfrm>
        <a:off x="2540" y="881741"/>
        <a:ext cx="2476500" cy="3038715"/>
      </dsp:txXfrm>
    </dsp:sp>
    <dsp:sp modelId="{641F4F0D-006B-42F9-9E2D-EA7FE9A29F97}">
      <dsp:nvSpPr>
        <dsp:cNvPr id="0" name=""/>
        <dsp:cNvSpPr/>
      </dsp:nvSpPr>
      <dsp:spPr>
        <a:xfrm>
          <a:off x="2825750" y="288491"/>
          <a:ext cx="2476500" cy="59325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1" kern="1200" dirty="0"/>
            <a:t>Resource Requirements</a:t>
          </a:r>
          <a:r>
            <a:rPr lang="en-US" sz="1600" kern="1200" dirty="0"/>
            <a:t>:</a:t>
          </a:r>
          <a:endParaRPr lang="ar-AE" sz="1600" kern="1200" dirty="0"/>
        </a:p>
      </dsp:txBody>
      <dsp:txXfrm>
        <a:off x="2825750" y="288491"/>
        <a:ext cx="2476500" cy="593250"/>
      </dsp:txXfrm>
    </dsp:sp>
    <dsp:sp modelId="{AC28355A-12A0-4254-8C2E-9FCC10199B05}">
      <dsp:nvSpPr>
        <dsp:cNvPr id="0" name=""/>
        <dsp:cNvSpPr/>
      </dsp:nvSpPr>
      <dsp:spPr>
        <a:xfrm>
          <a:off x="2825750" y="881741"/>
          <a:ext cx="2476500" cy="30387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High-quality data storage and processing infrastructure.</a:t>
          </a:r>
          <a:endParaRPr lang="ar-AE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ar-AE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Skilled AI/ML engineers and data scientists for model development.</a:t>
          </a:r>
          <a:endParaRPr lang="ar-AE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ar-AE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Ethical AI frameworks to ensure fairness and privacy.</a:t>
          </a:r>
          <a:endParaRPr lang="ar-AE" sz="1600" kern="1200" dirty="0"/>
        </a:p>
        <a:p>
          <a:pPr marL="171450" lvl="1" indent="-171450" algn="r" defTabSz="711200" rtl="1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ar-AE" sz="1600" kern="1200" dirty="0"/>
        </a:p>
      </dsp:txBody>
      <dsp:txXfrm>
        <a:off x="2825750" y="881741"/>
        <a:ext cx="2476500" cy="3038715"/>
      </dsp:txXfrm>
    </dsp:sp>
    <dsp:sp modelId="{0210BC41-512C-46AE-9E0F-A130DB1B82AB}">
      <dsp:nvSpPr>
        <dsp:cNvPr id="0" name=""/>
        <dsp:cNvSpPr/>
      </dsp:nvSpPr>
      <dsp:spPr>
        <a:xfrm>
          <a:off x="5648960" y="288491"/>
          <a:ext cx="2476500" cy="59325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Challenges</a:t>
          </a:r>
          <a:r>
            <a:rPr lang="en-US" sz="1600" kern="1200"/>
            <a:t>:</a:t>
          </a:r>
          <a:endParaRPr lang="en-US" sz="1600" kern="1200" dirty="0"/>
        </a:p>
      </dsp:txBody>
      <dsp:txXfrm>
        <a:off x="5648960" y="288491"/>
        <a:ext cx="2476500" cy="593250"/>
      </dsp:txXfrm>
    </dsp:sp>
    <dsp:sp modelId="{7D93054B-54EC-44BF-94A2-E2381F9A38C4}">
      <dsp:nvSpPr>
        <dsp:cNvPr id="0" name=""/>
        <dsp:cNvSpPr/>
      </dsp:nvSpPr>
      <dsp:spPr>
        <a:xfrm>
          <a:off x="5648960" y="881741"/>
          <a:ext cx="2476500" cy="30387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Data collection and cleaning is time-consuming and resource-intensive.</a:t>
          </a:r>
          <a:endParaRPr lang="ar-AE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ar-AE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High initial investment in infrastructure and skilled workforce.</a:t>
          </a:r>
          <a:endParaRPr lang="ar-AE" sz="1600" kern="1200" dirty="0"/>
        </a:p>
      </dsp:txBody>
      <dsp:txXfrm>
        <a:off x="5648960" y="881741"/>
        <a:ext cx="2476500" cy="30387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6AF81-941E-4260-B861-4FE168811EDD}">
      <dsp:nvSpPr>
        <dsp:cNvPr id="0" name=""/>
        <dsp:cNvSpPr/>
      </dsp:nvSpPr>
      <dsp:spPr>
        <a:xfrm rot="16200000">
          <a:off x="677333" y="-677333"/>
          <a:ext cx="2709333" cy="40640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300" b="1" kern="1200" dirty="0"/>
            <a:t>Accountability</a:t>
          </a:r>
          <a:r>
            <a:rPr lang="en-US" sz="2300" kern="1200" dirty="0"/>
            <a:t>:</a:t>
          </a:r>
          <a:br>
            <a:rPr lang="en-US" sz="2300" kern="1200" dirty="0"/>
          </a:br>
          <a:r>
            <a:rPr lang="en-US" sz="2300" kern="1200" dirty="0"/>
            <a:t>Implement clear processes for monitoring AI performance and addressing any ethical issues.</a:t>
          </a:r>
          <a:endParaRPr lang="ar-AE" sz="2300" kern="1200" dirty="0"/>
        </a:p>
      </dsp:txBody>
      <dsp:txXfrm rot="5400000">
        <a:off x="-1" y="1"/>
        <a:ext cx="4064000" cy="2032000"/>
      </dsp:txXfrm>
    </dsp:sp>
    <dsp:sp modelId="{6CBF33A9-0743-4113-BCDD-FCE4AEECAE6D}">
      <dsp:nvSpPr>
        <dsp:cNvPr id="0" name=""/>
        <dsp:cNvSpPr/>
      </dsp:nvSpPr>
      <dsp:spPr>
        <a:xfrm>
          <a:off x="4064000" y="0"/>
          <a:ext cx="4064000" cy="2709333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Bias in Data</a:t>
          </a:r>
          <a:r>
            <a:rPr lang="en-US" sz="2300" kern="1200"/>
            <a:t>:</a:t>
          </a:r>
          <a:br>
            <a:rPr lang="en-US" sz="2300" kern="1200"/>
          </a:br>
          <a:r>
            <a:rPr lang="en-US" sz="2300" kern="1200"/>
            <a:t>Regular audits to prevent biases in AI models and ensure fairness in predictions</a:t>
          </a:r>
          <a:endParaRPr lang="ar-AE" sz="2300" kern="1200"/>
        </a:p>
      </dsp:txBody>
      <dsp:txXfrm>
        <a:off x="4064000" y="0"/>
        <a:ext cx="4064000" cy="2032000"/>
      </dsp:txXfrm>
    </dsp:sp>
    <dsp:sp modelId="{B5FFB80D-077E-485A-8988-A1286E944659}">
      <dsp:nvSpPr>
        <dsp:cNvPr id="0" name=""/>
        <dsp:cNvSpPr/>
      </dsp:nvSpPr>
      <dsp:spPr>
        <a:xfrm rot="10800000">
          <a:off x="0" y="2709333"/>
          <a:ext cx="4064000" cy="2709333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Data Privacy</a:t>
          </a:r>
          <a:r>
            <a:rPr lang="en-US" sz="2300" kern="1200" dirty="0"/>
            <a:t>:</a:t>
          </a:r>
          <a:br>
            <a:rPr lang="en-US" sz="2300" kern="1200" dirty="0"/>
          </a:br>
          <a:r>
            <a:rPr lang="en-US" sz="2300" kern="1200" dirty="0"/>
            <a:t>Ensure customer data is encrypted and comply with GDPR and other data protection regulations</a:t>
          </a:r>
          <a:endParaRPr lang="ar-AE" sz="2300" kern="1200" dirty="0"/>
        </a:p>
      </dsp:txBody>
      <dsp:txXfrm rot="10800000">
        <a:off x="0" y="3386666"/>
        <a:ext cx="4064000" cy="2032000"/>
      </dsp:txXfrm>
    </dsp:sp>
    <dsp:sp modelId="{83D41E39-50F4-495D-AC47-EC1D4F527EF5}">
      <dsp:nvSpPr>
        <dsp:cNvPr id="0" name=""/>
        <dsp:cNvSpPr/>
      </dsp:nvSpPr>
      <dsp:spPr>
        <a:xfrm rot="5400000">
          <a:off x="4741333" y="2032000"/>
          <a:ext cx="2709333" cy="40640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Transparency</a:t>
          </a:r>
          <a:r>
            <a:rPr lang="en-US" sz="2300" kern="1200" dirty="0"/>
            <a:t>:</a:t>
          </a:r>
          <a:br>
            <a:rPr lang="en-US" sz="2300" kern="1200" dirty="0"/>
          </a:br>
          <a:r>
            <a:rPr lang="en-US" sz="2300" kern="1200" dirty="0"/>
            <a:t>Ensure the AI decision-making process is understandable and transparent to customers</a:t>
          </a:r>
          <a:endParaRPr lang="ar-AE" sz="2300" kern="1200" dirty="0"/>
        </a:p>
      </dsp:txBody>
      <dsp:txXfrm rot="-5400000">
        <a:off x="4063999" y="3386666"/>
        <a:ext cx="4064000" cy="2032000"/>
      </dsp:txXfrm>
    </dsp:sp>
    <dsp:sp modelId="{9ADE17BC-2BC4-4B7E-B2DB-CDC69B2E5C8F}">
      <dsp:nvSpPr>
        <dsp:cNvPr id="0" name=""/>
        <dsp:cNvSpPr/>
      </dsp:nvSpPr>
      <dsp:spPr>
        <a:xfrm>
          <a:off x="2844799" y="2032000"/>
          <a:ext cx="2438400" cy="1354666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1" kern="1200" dirty="0"/>
            <a:t>Ethical Considerations for AI/ML</a:t>
          </a:r>
          <a:endParaRPr lang="ar-AE" sz="2300" kern="1200" dirty="0"/>
        </a:p>
      </dsp:txBody>
      <dsp:txXfrm>
        <a:off x="2910928" y="2098129"/>
        <a:ext cx="2306142" cy="12224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>
            <a:extLst>
              <a:ext uri="{FF2B5EF4-FFF2-40B4-BE49-F238E27FC236}">
                <a16:creationId xmlns:a16="http://schemas.microsoft.com/office/drawing/2014/main" id="{1016F2A4-DEFA-6F61-990B-EE038BBD8B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AE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63A1B3E9-8316-AD83-F005-A16C7E078A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A298EE3-C304-4D32-8907-AC2A04860579}" type="datetimeFigureOut">
              <a:rPr lang="ar-AE" smtClean="0"/>
              <a:t>17/06/1446</a:t>
            </a:fld>
            <a:endParaRPr lang="ar-AE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40798BC4-296B-0A20-694C-DAA096A608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AE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FD810775-57F4-7D7D-7FC2-794C942FCE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17FADABA-B9DE-4F1B-8005-DA74F1D1C136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336393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AE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A887B40-E786-433D-8791-5CB155B8D2AF}" type="datetimeFigureOut">
              <a:rPr lang="ar-AE" smtClean="0"/>
              <a:t>17/06/1446</a:t>
            </a:fld>
            <a:endParaRPr lang="ar-AE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AE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AE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A6822D97-577E-4ECA-9E76-FC53AF640258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62519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BA03A5A-F6F6-06C0-88B9-F713A2EF3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42DB7765-921E-2296-1480-71AF733E0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B0FD3CE-0815-D680-CDA2-69083DFFA9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759DB6-E544-4EA5-BA74-8AC4AA92333C}" type="datetimeFigureOut">
              <a:rPr lang="ar-AE" smtClean="0"/>
              <a:t>17/06/1446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8523153-AF0E-B7B5-75E6-A38F9ED98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FA5C754-A62F-D868-EB0D-3C28B350B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B5A1AA-FAC4-4D22-87CD-B2AE292A47B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60287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8D86A1F-48F8-DBEF-6705-2752A076C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0B57807-BC90-854C-D9B6-2CEE99F2F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F5968DB-C596-EFC4-4FC9-B4A2DA0805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759DB6-E544-4EA5-BA74-8AC4AA92333C}" type="datetimeFigureOut">
              <a:rPr lang="ar-AE" smtClean="0"/>
              <a:t>17/06/1446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886C78A-1B17-B21E-287E-FF8836F97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D56F5DD-703F-D545-3063-4E06EFAF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B5A1AA-FAC4-4D22-87CD-B2AE292A47B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26155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DF6BC0E-B9F9-C0DD-69A7-286F22845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B3C9C0EE-27D1-089B-2512-B3B03194F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1F3AA4A-6375-68FD-B59B-E7DBDA1577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759DB6-E544-4EA5-BA74-8AC4AA92333C}" type="datetimeFigureOut">
              <a:rPr lang="ar-AE" smtClean="0"/>
              <a:t>17/06/1446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A51C6C8-6EFF-DEA1-18C2-FDB08C5F4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0956A10-26B4-AFDD-7D8F-2F3B08D6D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B5A1AA-FAC4-4D22-87CD-B2AE292A47B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78498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4D366CB-423F-9840-503C-923EBDD38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15F099C-A205-7783-629C-65E38CBD8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61425773-77AD-7DDE-A875-F1306BA8E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1ECC75C-CB17-6883-3EC8-3EEBC5F1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759DB6-E544-4EA5-BA74-8AC4AA92333C}" type="datetimeFigureOut">
              <a:rPr lang="ar-AE" smtClean="0"/>
              <a:t>17/06/1446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BA5D7618-E28E-0A85-378A-7980D8B68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22A0DFDD-A972-920E-1F0A-F6C08FEF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B5A1AA-FAC4-4D22-87CD-B2AE292A47B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26035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008E524-2A10-21E0-A5B1-EBD18CC5F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65A73CAF-E0D8-36E3-A5FC-B055AD3F8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723D2115-E1F0-A338-E3A2-A14D9087D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AF540F69-38CC-A040-D795-9C2DCD041C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D8CE4ADC-A71A-6831-C23A-A9C88B38A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E85F746F-9D29-39F6-01B9-A97083AB63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759DB6-E544-4EA5-BA74-8AC4AA92333C}" type="datetimeFigureOut">
              <a:rPr lang="ar-AE" smtClean="0"/>
              <a:t>17/06/1446</a:t>
            </a:fld>
            <a:endParaRPr lang="ar-AE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22F6F916-A012-6195-790D-EAA20D0E0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AE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30217021-23D2-3FA4-A864-3C3A9F20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B5A1AA-FAC4-4D22-87CD-B2AE292A47B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638698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5700C10-F54E-B6BE-3A46-71191C2F7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ABEE549E-F547-D655-64BA-22B18F65E3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759DB6-E544-4EA5-BA74-8AC4AA92333C}" type="datetimeFigureOut">
              <a:rPr lang="ar-AE" smtClean="0"/>
              <a:t>17/06/1446</a:t>
            </a:fld>
            <a:endParaRPr lang="ar-AE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C0CECD76-2F4B-7A28-A670-E7FB2464E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AE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50F7F24F-739D-7CF3-BF64-BCDDAB84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B5A1AA-FAC4-4D22-87CD-B2AE292A47B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435919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A29544A3-F99B-FA28-1358-7F519B6867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759DB6-E544-4EA5-BA74-8AC4AA92333C}" type="datetimeFigureOut">
              <a:rPr lang="ar-AE" smtClean="0"/>
              <a:t>17/06/1446</a:t>
            </a:fld>
            <a:endParaRPr lang="ar-AE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567E19E8-7937-8932-4071-F89B5D69F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AE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D86AA385-113A-A067-74BB-4C948E397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B5A1AA-FAC4-4D22-87CD-B2AE292A47B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816160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3593536-80E6-8783-57A7-B8EA48B0A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74CCA11-5A9D-9E28-64B9-82E35666E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AC934362-4B3D-DC60-07D1-732548B9E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C0DBB3E7-F1C5-615F-9DDE-E03B0F8384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759DB6-E544-4EA5-BA74-8AC4AA92333C}" type="datetimeFigureOut">
              <a:rPr lang="ar-AE" smtClean="0"/>
              <a:t>17/06/1446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F6F81662-7062-7322-BCF5-DFC2575BD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0CE75BC6-0B11-9462-37FB-29E42619D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B5A1AA-FAC4-4D22-87CD-B2AE292A47B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66772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87E5D4A-53F8-3F19-D5E3-BE1C0F31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D3B55502-6F16-3B3E-ACAA-FBC94B082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4B3CA58F-CD2C-1885-6FAF-4094E0ECC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5F22D815-B25C-2D18-DAF7-987FB845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759DB6-E544-4EA5-BA74-8AC4AA92333C}" type="datetimeFigureOut">
              <a:rPr lang="ar-AE" smtClean="0"/>
              <a:t>17/06/1446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4F4A6897-9DA0-E825-1D35-138EEB777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782AE9A5-F3A1-5451-3705-08A10C450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B5A1AA-FAC4-4D22-87CD-B2AE292A47B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856133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4AB9BEA-3B25-6A6B-F9BB-9BB4B2585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35D654A6-E6BD-E314-4DF2-516478A05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BA7F77A-C05A-EF9A-E652-9EC1164DAF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759DB6-E544-4EA5-BA74-8AC4AA92333C}" type="datetimeFigureOut">
              <a:rPr lang="ar-AE" smtClean="0"/>
              <a:t>17/06/1446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B3524830-E525-096A-785D-A0C4C6EA7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4BD8C71-830A-0E32-017B-3FDA0D7C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B5A1AA-FAC4-4D22-87CD-B2AE292A47B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585641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CB6DF1EB-D708-322A-49F8-9D67010F36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6E2A83E1-DD26-7442-F75D-D8191EBAF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5DFC22A-69C6-6A90-2BEC-AE40F564D5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759DB6-E544-4EA5-BA74-8AC4AA92333C}" type="datetimeFigureOut">
              <a:rPr lang="ar-AE" smtClean="0"/>
              <a:t>17/06/1446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C041E0F4-85C9-DCE9-3A62-BA8740422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3B4A44C-2A9E-288A-CE82-CC68446A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B5A1AA-FAC4-4D22-87CD-B2AE292A47B7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660008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02A18F57-45AE-668B-098B-D6955A6A4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4B4BE324-3AF0-E853-F225-678D0A249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D33E43C2-E1AB-3689-F91D-7027D470B03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8118"/>
            <a:ext cx="12192000" cy="72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20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AE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صورة تحتوي على لقطة شاشة, أزرق كهربائي, أزرق, الأزرق النقي والمكثف&#10;&#10;تم إنشاء الوصف تلقائياً">
            <a:extLst>
              <a:ext uri="{FF2B5EF4-FFF2-40B4-BE49-F238E27FC236}">
                <a16:creationId xmlns:a16="http://schemas.microsoft.com/office/drawing/2014/main" id="{0F4BB947-433D-0E05-D5A7-E0971F5F6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21"/>
            <a:ext cx="12192000" cy="6846558"/>
          </a:xfrm>
          <a:prstGeom prst="rect">
            <a:avLst/>
          </a:prstGeom>
        </p:spPr>
      </p:pic>
      <p:sp>
        <p:nvSpPr>
          <p:cNvPr id="4" name="Google Shape;171;p21">
            <a:extLst>
              <a:ext uri="{FF2B5EF4-FFF2-40B4-BE49-F238E27FC236}">
                <a16:creationId xmlns:a16="http://schemas.microsoft.com/office/drawing/2014/main" id="{5E68DACB-5FC1-53C9-F72F-3ACE99A8504F}"/>
              </a:ext>
            </a:extLst>
          </p:cNvPr>
          <p:cNvSpPr txBox="1">
            <a:spLocks/>
          </p:cNvSpPr>
          <p:nvPr/>
        </p:nvSpPr>
        <p:spPr>
          <a:xfrm>
            <a:off x="439100" y="905256"/>
            <a:ext cx="10359964" cy="229091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1" anchor="b" anchorCtr="0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>
              <a:spcBef>
                <a:spcPts val="0"/>
              </a:spcBef>
            </a:pPr>
            <a:r>
              <a:rPr lang="en-US" sz="70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AI for Business Leaders</a:t>
            </a:r>
          </a:p>
          <a:p>
            <a:pPr algn="l" rtl="0">
              <a:spcBef>
                <a:spcPts val="0"/>
              </a:spcBef>
            </a:pPr>
            <a:r>
              <a:rPr lang="en-US" sz="70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2101083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ربع نص 3">
            <a:extLst>
              <a:ext uri="{FF2B5EF4-FFF2-40B4-BE49-F238E27FC236}">
                <a16:creationId xmlns:a16="http://schemas.microsoft.com/office/drawing/2014/main" id="{E578561E-BEDA-A56E-CCDD-A44A84F4ED58}"/>
              </a:ext>
            </a:extLst>
          </p:cNvPr>
          <p:cNvSpPr txBox="1"/>
          <p:nvPr/>
        </p:nvSpPr>
        <p:spPr>
          <a:xfrm>
            <a:off x="0" y="1204758"/>
            <a:ext cx="1219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400" b="1" i="1" dirty="0"/>
              <a:t>Overview of Selected Use Cases for AI/ML Implementation</a:t>
            </a:r>
          </a:p>
          <a:p>
            <a:pPr algn="l" rtl="0"/>
            <a:endParaRPr lang="en-US" sz="2400" b="1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Use Case 1</a:t>
            </a:r>
            <a:r>
              <a:rPr lang="en-US" dirty="0"/>
              <a:t>: Improving Productivity in </a:t>
            </a:r>
            <a:r>
              <a:rPr lang="en-US" dirty="0" err="1"/>
              <a:t>TeknoVe</a:t>
            </a:r>
            <a:r>
              <a:rPr lang="en-US" dirty="0"/>
              <a:t> Factories</a:t>
            </a:r>
            <a:br>
              <a:rPr lang="en-US" dirty="0"/>
            </a:br>
            <a:r>
              <a:rPr lang="en-US" i="1" dirty="0"/>
              <a:t>Leverage machine data to predict machine failure and optimize production lines.</a:t>
            </a:r>
            <a:endParaRPr lang="en-US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Use Case 2</a:t>
            </a:r>
            <a:r>
              <a:rPr lang="en-US" dirty="0"/>
              <a:t>: Enhancing Customer Experience through Data Analysis</a:t>
            </a:r>
            <a:br>
              <a:rPr lang="en-US" dirty="0"/>
            </a:br>
            <a:r>
              <a:rPr lang="en-US" i="1" dirty="0"/>
              <a:t>Use AI to personalize offers and product recommendations based on customer behavior data.</a:t>
            </a:r>
            <a:endParaRPr lang="en-US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Use Case 3</a:t>
            </a:r>
            <a:r>
              <a:rPr lang="en-US" dirty="0"/>
              <a:t>: Predicting Failures in Electric Vehicles</a:t>
            </a:r>
            <a:br>
              <a:rPr lang="en-US" dirty="0"/>
            </a:br>
            <a:r>
              <a:rPr lang="en-US" i="1" dirty="0"/>
              <a:t>Predict potential vehicle failures by analyzing sensor data and service records.</a:t>
            </a:r>
            <a:endParaRPr lang="en-US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Use Case 4</a:t>
            </a:r>
            <a:r>
              <a:rPr lang="en-US" dirty="0"/>
              <a:t>: Optimizing Supply Chain and Inventory Management</a:t>
            </a:r>
            <a:br>
              <a:rPr lang="en-US" dirty="0"/>
            </a:br>
            <a:r>
              <a:rPr lang="en-US" i="1" dirty="0"/>
              <a:t>Optimize inventory and demand forecasting using predictive AI models.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2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37A34E37-4577-791D-A9FB-E28E3F6E1B78}"/>
              </a:ext>
            </a:extLst>
          </p:cNvPr>
          <p:cNvSpPr txBox="1"/>
          <p:nvPr/>
        </p:nvSpPr>
        <p:spPr>
          <a:xfrm>
            <a:off x="0" y="993107"/>
            <a:ext cx="121920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400" b="1" i="1" dirty="0"/>
              <a:t>Improving Productivity in Factories</a:t>
            </a:r>
          </a:p>
          <a:p>
            <a:pPr algn="ctr" rtl="0"/>
            <a:endParaRPr lang="en-US" sz="2800" b="1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Current State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TeknoVe</a:t>
            </a:r>
            <a:r>
              <a:rPr lang="en-US" dirty="0"/>
              <a:t> operates multiple manufacturing facilities. Data from machines are not utilized to optimize production schedules and predict maintenance.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Expected Change with AI/ML</a:t>
            </a:r>
            <a:r>
              <a:rPr lang="en-US" dirty="0"/>
              <a:t>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Real-time data analysis using AI/ML to predict failures and optimize the schedule.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Preventative maintenance and better resource management.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Expected Outcome</a:t>
            </a:r>
            <a:r>
              <a:rPr lang="en-US" dirty="0"/>
              <a:t>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Reduced downtime.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Increased production efficiency and cost reduction.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Diagram</a:t>
            </a:r>
            <a:r>
              <a:rPr lang="en-US" dirty="0"/>
              <a:t>:</a:t>
            </a:r>
            <a:br>
              <a:rPr lang="en-US" dirty="0"/>
            </a:br>
            <a:r>
              <a:rPr lang="en-US" i="1" dirty="0"/>
              <a:t>Flow diagram of how AI/ML analyzes real-time data and predicts maintenance.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058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ربع نص 3">
            <a:extLst>
              <a:ext uri="{FF2B5EF4-FFF2-40B4-BE49-F238E27FC236}">
                <a16:creationId xmlns:a16="http://schemas.microsoft.com/office/drawing/2014/main" id="{0F388AB2-DEAA-A1F7-6399-A02D3D4FBAC3}"/>
              </a:ext>
            </a:extLst>
          </p:cNvPr>
          <p:cNvSpPr txBox="1"/>
          <p:nvPr/>
        </p:nvSpPr>
        <p:spPr>
          <a:xfrm>
            <a:off x="0" y="1301324"/>
            <a:ext cx="121920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1" dirty="0"/>
              <a:t>Enhancing Customer Experience through Data Analysis</a:t>
            </a:r>
          </a:p>
          <a:p>
            <a:pPr algn="ctr"/>
            <a:endParaRPr lang="en-US" sz="2400" b="1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Current State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No personalized offerings are made based on individual customer data, which reduces engagement and conversions.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Expected Change with AI/ML</a:t>
            </a:r>
            <a:r>
              <a:rPr lang="en-US" dirty="0"/>
              <a:t>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Implement personalized product recommendations based on customer browsing and purchasing history.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Targeted marketing campaigns using AI models to predict customer preferences.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Expected Outcome</a:t>
            </a:r>
            <a:r>
              <a:rPr lang="en-US" dirty="0"/>
              <a:t>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Increased conversion rates and customer satisfaction.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Higher sales and customer retention.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Diagram</a:t>
            </a:r>
            <a:r>
              <a:rPr lang="en-US" dirty="0"/>
              <a:t>:</a:t>
            </a:r>
            <a:br>
              <a:rPr lang="en-US" dirty="0"/>
            </a:br>
            <a:r>
              <a:rPr lang="en-US" i="1" dirty="0"/>
              <a:t>Flow diagram of AI model input (customer data) and output (personalized recommendations).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632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ربع نص 3">
            <a:extLst>
              <a:ext uri="{FF2B5EF4-FFF2-40B4-BE49-F238E27FC236}">
                <a16:creationId xmlns:a16="http://schemas.microsoft.com/office/drawing/2014/main" id="{36D1B4BA-1376-2353-E2F7-05211C452A9E}"/>
              </a:ext>
            </a:extLst>
          </p:cNvPr>
          <p:cNvSpPr txBox="1"/>
          <p:nvPr/>
        </p:nvSpPr>
        <p:spPr>
          <a:xfrm>
            <a:off x="0" y="1192935"/>
            <a:ext cx="121920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400" b="1" i="1" dirty="0"/>
              <a:t>Predicting Failures in Electric Vehicles</a:t>
            </a:r>
          </a:p>
          <a:p>
            <a:pPr algn="ctr" rtl="0"/>
            <a:endParaRPr lang="en-US" sz="2400" b="1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Current State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TeknoVe</a:t>
            </a:r>
            <a:r>
              <a:rPr lang="en-US" dirty="0"/>
              <a:t> lacks predictive maintenance capabilities for its electric vehicles, relying on post-failure maintenance.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Expected Change with AI/ML</a:t>
            </a:r>
            <a:r>
              <a:rPr lang="en-US" dirty="0"/>
              <a:t>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Machine learning models to predict failures based on data from vehicle sensors and past service records.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Schedule maintenance based on predictive analytics, reducing vehicle breakdowns.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Expected Outcome</a:t>
            </a:r>
            <a:r>
              <a:rPr lang="en-US" dirty="0"/>
              <a:t>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Fewer vehicle breakdowns and higher customer satisfaction.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Lower maintenance costs for </a:t>
            </a:r>
            <a:r>
              <a:rPr lang="en-US" dirty="0" err="1"/>
              <a:t>TeknoVe</a:t>
            </a:r>
            <a:r>
              <a:rPr lang="en-US" dirty="0"/>
              <a:t>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Diagram</a:t>
            </a:r>
            <a:r>
              <a:rPr lang="en-US" dirty="0"/>
              <a:t>:</a:t>
            </a:r>
            <a:br>
              <a:rPr lang="en-US" dirty="0"/>
            </a:br>
            <a:r>
              <a:rPr lang="en-US" i="1" dirty="0"/>
              <a:t>Flow diagram showcasing vehicle sensor data input, ML analysis, and failure prediction output.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035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ربع نص 3">
            <a:extLst>
              <a:ext uri="{FF2B5EF4-FFF2-40B4-BE49-F238E27FC236}">
                <a16:creationId xmlns:a16="http://schemas.microsoft.com/office/drawing/2014/main" id="{66A153D5-4594-673B-65D2-432AB70C586D}"/>
              </a:ext>
            </a:extLst>
          </p:cNvPr>
          <p:cNvSpPr txBox="1"/>
          <p:nvPr/>
        </p:nvSpPr>
        <p:spPr>
          <a:xfrm>
            <a:off x="0" y="1166843"/>
            <a:ext cx="121920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1" dirty="0"/>
              <a:t>Optimizing Supply Chain and Inventory Management</a:t>
            </a:r>
          </a:p>
          <a:p>
            <a:pPr algn="ctr"/>
            <a:endParaRPr lang="en-US" sz="2400" b="1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Current State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TeknoVe's</a:t>
            </a:r>
            <a:r>
              <a:rPr lang="en-US" dirty="0"/>
              <a:t> supply chain and inventory management are inefficient due to unpredictable demand and supply chain bottlenecks.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Expected Change with AI/ML</a:t>
            </a:r>
            <a:r>
              <a:rPr lang="en-US" dirty="0"/>
              <a:t>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Use predictive analytics to forecast demand for components and materials.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Optimize inventory levels, reducing waste and storage costs.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Expected Outcome</a:t>
            </a:r>
            <a:r>
              <a:rPr lang="en-US" dirty="0"/>
              <a:t>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Reduced supply chain disruptions.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Lower storage and material costs.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Diagram</a:t>
            </a:r>
            <a:r>
              <a:rPr lang="en-US" dirty="0"/>
              <a:t>:</a:t>
            </a:r>
            <a:br>
              <a:rPr lang="en-US" dirty="0"/>
            </a:br>
            <a:r>
              <a:rPr lang="en-US" i="1" dirty="0"/>
              <a:t>Flow diagram showing AI-driven forecasting and inventory optimization.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788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>
            <a:extLst>
              <a:ext uri="{FF2B5EF4-FFF2-40B4-BE49-F238E27FC236}">
                <a16:creationId xmlns:a16="http://schemas.microsoft.com/office/drawing/2014/main" id="{6803EA47-2A6A-140D-B776-376B4A686D84}"/>
              </a:ext>
            </a:extLst>
          </p:cNvPr>
          <p:cNvSpPr txBox="1"/>
          <p:nvPr/>
        </p:nvSpPr>
        <p:spPr>
          <a:xfrm>
            <a:off x="2362200" y="43891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Data Analysis: 5V Framework</a:t>
            </a:r>
            <a:endParaRPr lang="ar-AE" sz="2400" b="1" dirty="0"/>
          </a:p>
        </p:txBody>
      </p:sp>
      <p:graphicFrame>
        <p:nvGraphicFramePr>
          <p:cNvPr id="7" name="جدول 6">
            <a:extLst>
              <a:ext uri="{FF2B5EF4-FFF2-40B4-BE49-F238E27FC236}">
                <a16:creationId xmlns:a16="http://schemas.microsoft.com/office/drawing/2014/main" id="{6F7A3709-E14F-4E28-A047-9525DD75B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43852"/>
              </p:ext>
            </p:extLst>
          </p:nvPr>
        </p:nvGraphicFramePr>
        <p:xfrm>
          <a:off x="838200" y="1358678"/>
          <a:ext cx="10515600" cy="37490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92777478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6605275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1784542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1271695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5951006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283355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Use Case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Volume of Data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Velocity of Data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Variety of Data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Veracity of Data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Value of Data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821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Improving Productivity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Machine sensor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877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Enhancing Customer Experience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Customer interaction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874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Predicting Failures in Vehicles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Vehicle data &amp; service logs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01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Optimizing Supply Chain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Inventory &amp; demand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Moderate to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626342"/>
                  </a:ext>
                </a:extLst>
              </a:tr>
            </a:tbl>
          </a:graphicData>
        </a:graphic>
      </p:graphicFrame>
      <p:sp>
        <p:nvSpPr>
          <p:cNvPr id="9" name="مربع نص 8">
            <a:extLst>
              <a:ext uri="{FF2B5EF4-FFF2-40B4-BE49-F238E27FC236}">
                <a16:creationId xmlns:a16="http://schemas.microsoft.com/office/drawing/2014/main" id="{2CA3F15E-3C4D-51A8-D4EF-5BC70D1555BE}"/>
              </a:ext>
            </a:extLst>
          </p:cNvPr>
          <p:cNvSpPr txBox="1"/>
          <p:nvPr/>
        </p:nvSpPr>
        <p:spPr>
          <a:xfrm>
            <a:off x="749808" y="5391182"/>
            <a:ext cx="11442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400" b="1" dirty="0"/>
              <a:t>Explanation</a:t>
            </a:r>
            <a:r>
              <a:rPr lang="en-US" sz="1400" dirty="0"/>
              <a:t>:</a:t>
            </a:r>
            <a:br>
              <a:rPr lang="en-US" sz="1400" dirty="0"/>
            </a:br>
            <a:r>
              <a:rPr lang="en-US" sz="1400" dirty="0"/>
              <a:t>Each use case's data characteristics are assessed based on volume, velocity, variety, veracity, and value</a:t>
            </a:r>
            <a:endParaRPr lang="ar-AE" sz="1400" dirty="0"/>
          </a:p>
        </p:txBody>
      </p:sp>
    </p:spTree>
    <p:extLst>
      <p:ext uri="{BB962C8B-B14F-4D97-AF65-F5344CB8AC3E}">
        <p14:creationId xmlns:p14="http://schemas.microsoft.com/office/powerpoint/2010/main" val="2024400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ربع نص 3">
            <a:extLst>
              <a:ext uri="{FF2B5EF4-FFF2-40B4-BE49-F238E27FC236}">
                <a16:creationId xmlns:a16="http://schemas.microsoft.com/office/drawing/2014/main" id="{023AB885-653F-4AFE-722C-81AD53F55DC2}"/>
              </a:ext>
            </a:extLst>
          </p:cNvPr>
          <p:cNvSpPr txBox="1"/>
          <p:nvPr/>
        </p:nvSpPr>
        <p:spPr>
          <a:xfrm>
            <a:off x="2946654" y="201168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Trade-offs and Resource Allocation</a:t>
            </a:r>
            <a:endParaRPr lang="en-US" sz="2400" b="1" dirty="0"/>
          </a:p>
        </p:txBody>
      </p:sp>
      <p:graphicFrame>
        <p:nvGraphicFramePr>
          <p:cNvPr id="5" name="رسم تخطيطي 4">
            <a:extLst>
              <a:ext uri="{FF2B5EF4-FFF2-40B4-BE49-F238E27FC236}">
                <a16:creationId xmlns:a16="http://schemas.microsoft.com/office/drawing/2014/main" id="{9491D2A7-D6E3-EEA7-CD60-B745961622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749333"/>
              </p:ext>
            </p:extLst>
          </p:nvPr>
        </p:nvGraphicFramePr>
        <p:xfrm>
          <a:off x="2032000" y="939123"/>
          <a:ext cx="8128000" cy="4208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9215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رسم تخطيطي 6">
            <a:extLst>
              <a:ext uri="{FF2B5EF4-FFF2-40B4-BE49-F238E27FC236}">
                <a16:creationId xmlns:a16="http://schemas.microsoft.com/office/drawing/2014/main" id="{E9930283-5171-7DBA-580F-DE4C7B61D3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1519516"/>
              </p:ext>
            </p:extLst>
          </p:nvPr>
        </p:nvGraphicFramePr>
        <p:xfrm>
          <a:off x="1741932" y="32647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5054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E80738AA-A14B-30BC-B50A-05AADDB84937}"/>
              </a:ext>
            </a:extLst>
          </p:cNvPr>
          <p:cNvSpPr txBox="1"/>
          <p:nvPr/>
        </p:nvSpPr>
        <p:spPr>
          <a:xfrm>
            <a:off x="0" y="1092351"/>
            <a:ext cx="121920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400" b="1" i="1" dirty="0"/>
              <a:t>Conclusion</a:t>
            </a:r>
          </a:p>
          <a:p>
            <a:pPr algn="l" rtl="0"/>
            <a:endParaRPr lang="en-US" sz="2400" b="1" dirty="0"/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Key Takeaways</a:t>
            </a:r>
            <a:r>
              <a:rPr lang="en-US" dirty="0"/>
              <a:t>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AI/ML can significantly improve productivity, customer satisfaction, vehicle maintenance, and supply chain management.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Data is a critical component for success—invest in quality data collection, storage, and management.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Ethical considerations such as data privacy and fairness must be monitored and maintained throughout the AI lifecycle.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b="1" dirty="0"/>
              <a:t>Recommendations</a:t>
            </a:r>
            <a:r>
              <a:rPr lang="en-US" dirty="0"/>
              <a:t>: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Prioritize use cases that deliver high business impact and align with </a:t>
            </a:r>
            <a:r>
              <a:rPr lang="en-US" dirty="0" err="1"/>
              <a:t>TeknoVe’s</a:t>
            </a:r>
            <a:r>
              <a:rPr lang="en-US" dirty="0"/>
              <a:t> strategic goals.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Invest in infrastructure, talent, and training to ensure smooth AI/ML adoption.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Continuously monitor models for accuracy, fairness, and effectiveness over time.</a:t>
            </a:r>
          </a:p>
        </p:txBody>
      </p:sp>
    </p:spTree>
    <p:extLst>
      <p:ext uri="{BB962C8B-B14F-4D97-AF65-F5344CB8AC3E}">
        <p14:creationId xmlns:p14="http://schemas.microsoft.com/office/powerpoint/2010/main" val="2470937208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800</Words>
  <Application>Microsoft Office PowerPoint</Application>
  <PresentationFormat>شاشة عريضة</PresentationFormat>
  <Paragraphs>105</Paragraphs>
  <Slides>10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Open Sans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SAEED</dc:creator>
  <cp:lastModifiedBy>ALI SAEED</cp:lastModifiedBy>
  <cp:revision>1</cp:revision>
  <dcterms:created xsi:type="dcterms:W3CDTF">2024-11-22T12:26:16Z</dcterms:created>
  <dcterms:modified xsi:type="dcterms:W3CDTF">2024-12-17T22:37:45Z</dcterms:modified>
</cp:coreProperties>
</file>